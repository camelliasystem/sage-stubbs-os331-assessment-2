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2" r:id="rId2"/>
    <p:sldId id="273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8B7"/>
    <a:srgbClr val="A09D79"/>
    <a:srgbClr val="AD5C4D"/>
    <a:srgbClr val="543E35"/>
    <a:srgbClr val="637700"/>
    <a:srgbClr val="FFF4ED"/>
    <a:srgbClr val="5E6A76"/>
    <a:srgbClr val="000000"/>
    <a:srgbClr val="F8F3F0"/>
    <a:srgbClr val="D7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3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64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FD913024-4032-4B4F-8680-09D5E08EDB6E}" type="datetimeFigureOut">
              <a:rPr lang="en-GB" smtClean="0"/>
              <a:t>18/12/2025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49E357A0-8177-46BC-BFCE-19D99E3453C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F2AE225E-43E0-7047-8ADB-DD9EBB41B4D0}" type="datetimeFigureOut">
              <a:rPr lang="en-GB" noProof="0" smtClean="0"/>
              <a:t>18/12/2025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n-GB"/>
            </a:defPPr>
          </a:lstStyle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n-GB"/>
            </a:def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7C366290-4595-5745-A50F-D5EC13BAC604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C366290-4595-5745-A50F-D5EC13BAC60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89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lang="en-GB" sz="60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lang="en-GB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n-GB" sz="2000"/>
            </a:lvl2pPr>
            <a:lvl3pPr marL="914400" indent="0" algn="ctr">
              <a:buNone/>
              <a:defRPr lang="en-GB" sz="1800"/>
            </a:lvl3pPr>
            <a:lvl4pPr marL="1371600" indent="0" algn="ctr">
              <a:buNone/>
              <a:defRPr lang="en-GB" sz="1600"/>
            </a:lvl4pPr>
            <a:lvl5pPr marL="1828800" indent="0" algn="ctr">
              <a:buNone/>
              <a:defRPr lang="en-GB" sz="1600"/>
            </a:lvl5pPr>
            <a:lvl6pPr marL="2286000" indent="0" algn="ctr">
              <a:buNone/>
              <a:defRPr lang="en-GB" sz="1600"/>
            </a:lvl6pPr>
            <a:lvl7pPr marL="2743200" indent="0" algn="ctr">
              <a:buNone/>
              <a:defRPr lang="en-GB" sz="1600"/>
            </a:lvl7pPr>
            <a:lvl8pPr marL="3200400" indent="0" algn="ctr">
              <a:buNone/>
              <a:defRPr lang="en-GB" sz="1600"/>
            </a:lvl8pPr>
            <a:lvl9pPr marL="3657600" indent="0" algn="ctr">
              <a:buNone/>
              <a:defRPr lang="en-GB" sz="1600"/>
            </a:lvl9pPr>
          </a:lstStyle>
          <a:p>
            <a:pPr rtl="0"/>
            <a:r>
              <a:rPr lang="en-GB"/>
              <a:t>Click to edit Master subtitle style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2788521"/>
            <a:ext cx="6229530" cy="1325563"/>
          </a:xfrm>
        </p:spPr>
        <p:txBody>
          <a:bodyPr rtlCol="0"/>
          <a:lstStyle>
            <a:lvl1pPr algn="ctr"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170432"/>
            <a:ext cx="4133088" cy="4351338"/>
          </a:xfrm>
        </p:spPr>
        <p:txBody>
          <a:bodyPr rtlCol="0"/>
          <a:lstStyle>
            <a:lvl1pPr marL="0" indent="0" algn="r">
              <a:buNone/>
              <a:defRPr lang="en-GB" sz="2400" cap="all" baseline="0"/>
            </a:lvl1pPr>
            <a:lvl2pPr marL="457200" indent="0" algn="r">
              <a:buNone/>
              <a:defRPr lang="en-GB" sz="1800">
                <a:latin typeface="+mj-lt"/>
              </a:defRPr>
            </a:lvl2pPr>
            <a:lvl3pPr marL="914400" indent="0" algn="r">
              <a:buNone/>
              <a:defRPr lang="en-GB"/>
            </a:lvl3pPr>
            <a:lvl4pPr marL="1371600" indent="0" algn="r">
              <a:buNone/>
              <a:defRPr lang="en-GB"/>
            </a:lvl4pPr>
            <a:lvl5pPr marL="1828800" indent="0" algn="r">
              <a:buNone/>
              <a:defRPr lang="en-GB"/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rtlCol="0" anchor="b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/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000"/>
            </a:lvl4pPr>
            <a:lvl5pPr marL="1828800" indent="0">
              <a:buNone/>
              <a:defRPr lang="en-GB" sz="1000"/>
            </a:lvl5pPr>
            <a:lvl6pPr marL="2286000" indent="0">
              <a:buNone/>
              <a:defRPr lang="en-GB" sz="1000"/>
            </a:lvl6pPr>
            <a:lvl7pPr marL="2743200" indent="0">
              <a:buNone/>
              <a:defRPr lang="en-GB" sz="1000"/>
            </a:lvl7pPr>
            <a:lvl8pPr marL="3200400" indent="0">
              <a:buNone/>
              <a:defRPr lang="en-GB" sz="1000"/>
            </a:lvl8pPr>
            <a:lvl9pPr marL="3657600" indent="0">
              <a:buNone/>
              <a:defRPr lang="en-GB" sz="1000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3200"/>
            </a:lvl1pPr>
            <a:lvl2pPr marL="457200" indent="0">
              <a:buNone/>
              <a:defRPr lang="en-GB" sz="2800"/>
            </a:lvl2pPr>
            <a:lvl3pPr marL="914400" indent="0">
              <a:buNone/>
              <a:defRPr lang="en-GB" sz="2400"/>
            </a:lvl3pPr>
            <a:lvl4pPr marL="1371600" indent="0">
              <a:buNone/>
              <a:defRPr lang="en-GB" sz="2000"/>
            </a:lvl4pPr>
            <a:lvl5pPr marL="1828800" indent="0">
              <a:buNone/>
              <a:defRPr lang="en-GB" sz="2000"/>
            </a:lvl5pPr>
            <a:lvl6pPr marL="2286000" indent="0">
              <a:buNone/>
              <a:defRPr lang="en-GB" sz="2000"/>
            </a:lvl6pPr>
            <a:lvl7pPr marL="2743200" indent="0">
              <a:buNone/>
              <a:defRPr lang="en-GB" sz="2000"/>
            </a:lvl7pPr>
            <a:lvl8pPr marL="3200400" indent="0">
              <a:buNone/>
              <a:defRPr lang="en-GB" sz="2000"/>
            </a:lvl8pPr>
            <a:lvl9pPr marL="3657600" indent="0">
              <a:buNone/>
              <a:defRPr lang="en-GB" sz="2000"/>
            </a:lvl9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B97A1A-D605-738D-8C08-D97B3BBB5274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3078480"/>
            <a:ext cx="4840641" cy="1773555"/>
          </a:xfrm>
        </p:spPr>
        <p:txBody>
          <a:bodyPr rtlCol="0" anchor="b"/>
          <a:lstStyle>
            <a:lvl1pPr>
              <a:defRPr lang="en-GB"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041-CFF4-58F6-F8DE-DFDCD6CC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0" y="4852035"/>
            <a:ext cx="4840641" cy="551411"/>
          </a:xfrm>
        </p:spPr>
        <p:txBody>
          <a:bodyPr rtlCol="0"/>
          <a:lstStyle>
            <a:lvl1pPr marL="0" indent="0">
              <a:buNone/>
              <a:defRPr lang="en-GB" sz="2400">
                <a:solidFill>
                  <a:schemeClr val="accent1"/>
                </a:solidFill>
              </a:defRPr>
            </a:lvl1pPr>
            <a:lvl2pPr marL="457200" indent="0">
              <a:buNone/>
              <a:defRPr lang="en-GB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n-GB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C49F1D-4E95-A334-0DE1-5115637E40AF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60DF2B-C95A-F8F1-E64F-37BCABFF8014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011814-D2B8-5264-367E-302C5338E1E6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E452E6-C959-CF06-5BE1-AC6D28707FCB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 rtlCol="0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 rtlCol="0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3F013D-932D-1E7D-D22E-294313461200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 rtlCol="0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8188" y="2740025"/>
            <a:ext cx="5688012" cy="2028825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240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952"/>
            <a:ext cx="10515600" cy="466344"/>
          </a:xfrm>
        </p:spPr>
        <p:txBody>
          <a:bodyPr rtlCol="0"/>
          <a:lstStyle>
            <a:lvl1pPr algn="ctr">
              <a:defRPr lang="en-GB" sz="2400" cap="all" baseline="0">
                <a:latin typeface="Gill Sans Nova" panose="020B0602020104020203" pitchFamily="34" charset="0"/>
              </a:defRPr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 rtlCol="0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	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BA04E2-C77D-D0F1-EC03-2F832DFA5498}"/>
              </a:ext>
            </a:extLst>
          </p:cNvPr>
          <p:cNvSpPr>
            <a:spLocks/>
          </p:cNvSpPr>
          <p:nvPr userDrawn="1"/>
        </p:nvSpPr>
        <p:spPr>
          <a:xfrm>
            <a:off x="0" y="1641237"/>
            <a:ext cx="12192000" cy="5216762"/>
          </a:xfrm>
          <a:custGeom>
            <a:avLst/>
            <a:gdLst>
              <a:gd name="connsiteX0" fmla="*/ 1849560 w 12192000"/>
              <a:gd name="connsiteY0" fmla="*/ 803 h 5216762"/>
              <a:gd name="connsiteX1" fmla="*/ 2779308 w 12192000"/>
              <a:gd name="connsiteY1" fmla="*/ 191654 h 5216762"/>
              <a:gd name="connsiteX2" fmla="*/ 3529993 w 12192000"/>
              <a:gd name="connsiteY2" fmla="*/ 614650 h 5216762"/>
              <a:gd name="connsiteX3" fmla="*/ 5271920 w 12192000"/>
              <a:gd name="connsiteY3" fmla="*/ 1300408 h 5216762"/>
              <a:gd name="connsiteX4" fmla="*/ 6940105 w 12192000"/>
              <a:gd name="connsiteY4" fmla="*/ 1192018 h 5216762"/>
              <a:gd name="connsiteX5" fmla="*/ 8301823 w 12192000"/>
              <a:gd name="connsiteY5" fmla="*/ 780730 h 5216762"/>
              <a:gd name="connsiteX6" fmla="*/ 12120288 w 12192000"/>
              <a:gd name="connsiteY6" fmla="*/ 561429 h 5216762"/>
              <a:gd name="connsiteX7" fmla="*/ 12192000 w 12192000"/>
              <a:gd name="connsiteY7" fmla="*/ 591187 h 5216762"/>
              <a:gd name="connsiteX8" fmla="*/ 12192000 w 12192000"/>
              <a:gd name="connsiteY8" fmla="*/ 5216762 h 5216762"/>
              <a:gd name="connsiteX9" fmla="*/ 0 w 12192000"/>
              <a:gd name="connsiteY9" fmla="*/ 5216762 h 5216762"/>
              <a:gd name="connsiteX10" fmla="*/ 0 w 12192000"/>
              <a:gd name="connsiteY10" fmla="*/ 671712 h 5216762"/>
              <a:gd name="connsiteX11" fmla="*/ 66994 w 12192000"/>
              <a:gd name="connsiteY11" fmla="*/ 616810 h 5216762"/>
              <a:gd name="connsiteX12" fmla="*/ 314608 w 12192000"/>
              <a:gd name="connsiteY12" fmla="*/ 447849 h 5216762"/>
              <a:gd name="connsiteX13" fmla="*/ 1849560 w 12192000"/>
              <a:gd name="connsiteY13" fmla="*/ 803 h 521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216762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0" y="1300408"/>
                </a:cubicBezTo>
                <a:cubicBezTo>
                  <a:pt x="5824635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5216762"/>
                </a:lnTo>
                <a:lnTo>
                  <a:pt x="0" y="5216762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863" y="5175504"/>
            <a:ext cx="2423160" cy="365760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4123" y="5175504"/>
            <a:ext cx="2423160" cy="365760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4931" y="5175504"/>
            <a:ext cx="2423160" cy="365760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0401" y="5175504"/>
            <a:ext cx="2423160" cy="365760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365760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365760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365760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365760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7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 rtlCol="0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	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9" y="3392424"/>
            <a:ext cx="2423160" cy="310896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764" y="3392424"/>
            <a:ext cx="2423160" cy="310896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269" y="3392424"/>
            <a:ext cx="2423160" cy="310896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2774" y="3392424"/>
            <a:ext cx="2423160" cy="310896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584448"/>
            <a:ext cx="2423160" cy="310896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584448"/>
            <a:ext cx="2423160" cy="310896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584448"/>
            <a:ext cx="2423160" cy="310896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584448"/>
            <a:ext cx="2423160" cy="310896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1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3259" y="6062472"/>
            <a:ext cx="2423160" cy="310896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19764" y="6062472"/>
            <a:ext cx="2423160" cy="310896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6269" y="6062472"/>
            <a:ext cx="2423160" cy="310896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92774" y="6062472"/>
            <a:ext cx="2423160" cy="310896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all" baseline="0">
                <a:latin typeface="Gill Sans Nova" panose="020B0602020104020203" pitchFamily="34" charset="0"/>
              </a:defRPr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254496"/>
            <a:ext cx="2423160" cy="310896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254496"/>
            <a:ext cx="2423160" cy="310896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254496"/>
            <a:ext cx="2423160" cy="310896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254496"/>
            <a:ext cx="2423160" cy="310896"/>
          </a:xfrm>
        </p:spPr>
        <p:txBody>
          <a:bodyPr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cap="none" baseline="0"/>
            </a:lvl1pPr>
          </a:lstStyle>
          <a:p>
            <a:pPr lvl="0" rt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DEDA47D-E273-7C0A-CFFA-A38BA27188CA}"/>
              </a:ext>
            </a:extLst>
          </p:cNvPr>
          <p:cNvSpPr/>
          <p:nvPr userDrawn="1"/>
        </p:nvSpPr>
        <p:spPr>
          <a:xfrm rot="19260000" flipV="1">
            <a:off x="7523198" y="2771729"/>
            <a:ext cx="2140237" cy="472905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0" fmla="*/ 1607893 w 8239467"/>
              <a:gd name="connsiteY0" fmla="*/ 472905 h 5016456"/>
              <a:gd name="connsiteX1" fmla="*/ 3748130 w 8239467"/>
              <a:gd name="connsiteY1" fmla="*/ 256 h 5016456"/>
              <a:gd name="connsiteX2" fmla="*/ 5754431 w 8239467"/>
              <a:gd name="connsiteY2" fmla="*/ 453958 h 5016456"/>
              <a:gd name="connsiteX3" fmla="*/ 7427617 w 8239467"/>
              <a:gd name="connsiteY3" fmla="*/ 1647586 h 5016456"/>
              <a:gd name="connsiteX4" fmla="*/ 7864409 w 8239467"/>
              <a:gd name="connsiteY4" fmla="*/ 2141444 h 5016456"/>
              <a:gd name="connsiteX5" fmla="*/ 8181935 w 8239467"/>
              <a:gd name="connsiteY5" fmla="*/ 3652263 h 5016456"/>
              <a:gd name="connsiteX6" fmla="*/ 7514311 w 8239467"/>
              <a:gd name="connsiteY6" fmla="*/ 4625329 h 5016456"/>
              <a:gd name="connsiteX7" fmla="*/ 6194528 w 8239467"/>
              <a:gd name="connsiteY7" fmla="*/ 4840094 h 5016456"/>
              <a:gd name="connsiteX8" fmla="*/ 5773470 w 8239467"/>
              <a:gd name="connsiteY8" fmla="*/ 4635681 h 5016456"/>
              <a:gd name="connsiteX9" fmla="*/ 4807692 w 8239467"/>
              <a:gd name="connsiteY9" fmla="*/ 4320645 h 5016456"/>
              <a:gd name="connsiteX10" fmla="*/ 3911945 w 8239467"/>
              <a:gd name="connsiteY10" fmla="*/ 4430992 h 5016456"/>
              <a:gd name="connsiteX11" fmla="*/ 3193056 w 8239467"/>
              <a:gd name="connsiteY11" fmla="*/ 4694916 h 5016456"/>
              <a:gd name="connsiteX12" fmla="*/ 800152 w 8239467"/>
              <a:gd name="connsiteY12" fmla="*/ 4775642 h 5016456"/>
              <a:gd name="connsiteX13" fmla="*/ 363635 w 8239467"/>
              <a:gd name="connsiteY13" fmla="*/ 4374943 h 5016456"/>
              <a:gd name="connsiteX14" fmla="*/ 0 w 8239467"/>
              <a:gd name="connsiteY14" fmla="*/ 3580002 h 5016456"/>
              <a:gd name="connsiteX0" fmla="*/ 1244258 w 7875832"/>
              <a:gd name="connsiteY0" fmla="*/ 472905 h 5016456"/>
              <a:gd name="connsiteX1" fmla="*/ 3384495 w 7875832"/>
              <a:gd name="connsiteY1" fmla="*/ 256 h 5016456"/>
              <a:gd name="connsiteX2" fmla="*/ 5390796 w 7875832"/>
              <a:gd name="connsiteY2" fmla="*/ 453958 h 5016456"/>
              <a:gd name="connsiteX3" fmla="*/ 7063982 w 7875832"/>
              <a:gd name="connsiteY3" fmla="*/ 1647586 h 5016456"/>
              <a:gd name="connsiteX4" fmla="*/ 7500774 w 7875832"/>
              <a:gd name="connsiteY4" fmla="*/ 2141444 h 5016456"/>
              <a:gd name="connsiteX5" fmla="*/ 7818300 w 7875832"/>
              <a:gd name="connsiteY5" fmla="*/ 3652263 h 5016456"/>
              <a:gd name="connsiteX6" fmla="*/ 7150676 w 7875832"/>
              <a:gd name="connsiteY6" fmla="*/ 4625329 h 5016456"/>
              <a:gd name="connsiteX7" fmla="*/ 5830893 w 7875832"/>
              <a:gd name="connsiteY7" fmla="*/ 4840094 h 5016456"/>
              <a:gd name="connsiteX8" fmla="*/ 5409835 w 7875832"/>
              <a:gd name="connsiteY8" fmla="*/ 4635681 h 5016456"/>
              <a:gd name="connsiteX9" fmla="*/ 4444057 w 7875832"/>
              <a:gd name="connsiteY9" fmla="*/ 4320645 h 5016456"/>
              <a:gd name="connsiteX10" fmla="*/ 3548310 w 7875832"/>
              <a:gd name="connsiteY10" fmla="*/ 4430992 h 5016456"/>
              <a:gd name="connsiteX11" fmla="*/ 2829421 w 7875832"/>
              <a:gd name="connsiteY11" fmla="*/ 4694916 h 5016456"/>
              <a:gd name="connsiteX12" fmla="*/ 436517 w 7875832"/>
              <a:gd name="connsiteY12" fmla="*/ 4775642 h 5016456"/>
              <a:gd name="connsiteX13" fmla="*/ 0 w 7875832"/>
              <a:gd name="connsiteY13" fmla="*/ 4374943 h 5016456"/>
              <a:gd name="connsiteX0" fmla="*/ 807741 w 7439315"/>
              <a:gd name="connsiteY0" fmla="*/ 472905 h 5016456"/>
              <a:gd name="connsiteX1" fmla="*/ 2947978 w 7439315"/>
              <a:gd name="connsiteY1" fmla="*/ 256 h 5016456"/>
              <a:gd name="connsiteX2" fmla="*/ 4954279 w 7439315"/>
              <a:gd name="connsiteY2" fmla="*/ 453958 h 5016456"/>
              <a:gd name="connsiteX3" fmla="*/ 6627465 w 7439315"/>
              <a:gd name="connsiteY3" fmla="*/ 1647586 h 5016456"/>
              <a:gd name="connsiteX4" fmla="*/ 7064257 w 7439315"/>
              <a:gd name="connsiteY4" fmla="*/ 2141444 h 5016456"/>
              <a:gd name="connsiteX5" fmla="*/ 7381783 w 7439315"/>
              <a:gd name="connsiteY5" fmla="*/ 3652263 h 5016456"/>
              <a:gd name="connsiteX6" fmla="*/ 6714159 w 7439315"/>
              <a:gd name="connsiteY6" fmla="*/ 4625329 h 5016456"/>
              <a:gd name="connsiteX7" fmla="*/ 5394376 w 7439315"/>
              <a:gd name="connsiteY7" fmla="*/ 4840094 h 5016456"/>
              <a:gd name="connsiteX8" fmla="*/ 4973318 w 7439315"/>
              <a:gd name="connsiteY8" fmla="*/ 4635681 h 5016456"/>
              <a:gd name="connsiteX9" fmla="*/ 4007540 w 7439315"/>
              <a:gd name="connsiteY9" fmla="*/ 4320645 h 5016456"/>
              <a:gd name="connsiteX10" fmla="*/ 3111793 w 7439315"/>
              <a:gd name="connsiteY10" fmla="*/ 4430992 h 5016456"/>
              <a:gd name="connsiteX11" fmla="*/ 2392904 w 7439315"/>
              <a:gd name="connsiteY11" fmla="*/ 4694916 h 5016456"/>
              <a:gd name="connsiteX12" fmla="*/ 0 w 7439315"/>
              <a:gd name="connsiteY12" fmla="*/ 4775642 h 5016456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11" fmla="*/ 1585163 w 6631574"/>
              <a:gd name="connsiteY11" fmla="*/ 4694916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0" fmla="*/ 0 w 6631574"/>
              <a:gd name="connsiteY0" fmla="*/ 472905 h 4625329"/>
              <a:gd name="connsiteX1" fmla="*/ 2140237 w 6631574"/>
              <a:gd name="connsiteY1" fmla="*/ 256 h 4625329"/>
              <a:gd name="connsiteX2" fmla="*/ 4146538 w 6631574"/>
              <a:gd name="connsiteY2" fmla="*/ 453958 h 4625329"/>
              <a:gd name="connsiteX3" fmla="*/ 5819724 w 6631574"/>
              <a:gd name="connsiteY3" fmla="*/ 1647586 h 4625329"/>
              <a:gd name="connsiteX4" fmla="*/ 6256516 w 6631574"/>
              <a:gd name="connsiteY4" fmla="*/ 2141444 h 4625329"/>
              <a:gd name="connsiteX5" fmla="*/ 6574042 w 6631574"/>
              <a:gd name="connsiteY5" fmla="*/ 3652263 h 4625329"/>
              <a:gd name="connsiteX6" fmla="*/ 5906418 w 6631574"/>
              <a:gd name="connsiteY6" fmla="*/ 4625329 h 4625329"/>
              <a:gd name="connsiteX0" fmla="*/ 0 w 6631574"/>
              <a:gd name="connsiteY0" fmla="*/ 472905 h 3652263"/>
              <a:gd name="connsiteX1" fmla="*/ 2140237 w 6631574"/>
              <a:gd name="connsiteY1" fmla="*/ 256 h 3652263"/>
              <a:gd name="connsiteX2" fmla="*/ 4146538 w 6631574"/>
              <a:gd name="connsiteY2" fmla="*/ 453958 h 3652263"/>
              <a:gd name="connsiteX3" fmla="*/ 5819724 w 6631574"/>
              <a:gd name="connsiteY3" fmla="*/ 1647586 h 3652263"/>
              <a:gd name="connsiteX4" fmla="*/ 6256516 w 6631574"/>
              <a:gd name="connsiteY4" fmla="*/ 2141444 h 3652263"/>
              <a:gd name="connsiteX5" fmla="*/ 6574042 w 6631574"/>
              <a:gd name="connsiteY5" fmla="*/ 3652263 h 3652263"/>
              <a:gd name="connsiteX0" fmla="*/ 0 w 6256516"/>
              <a:gd name="connsiteY0" fmla="*/ 472905 h 2141444"/>
              <a:gd name="connsiteX1" fmla="*/ 2140237 w 6256516"/>
              <a:gd name="connsiteY1" fmla="*/ 256 h 2141444"/>
              <a:gd name="connsiteX2" fmla="*/ 4146538 w 6256516"/>
              <a:gd name="connsiteY2" fmla="*/ 453958 h 2141444"/>
              <a:gd name="connsiteX3" fmla="*/ 5819724 w 6256516"/>
              <a:gd name="connsiteY3" fmla="*/ 1647586 h 2141444"/>
              <a:gd name="connsiteX4" fmla="*/ 6256516 w 6256516"/>
              <a:gd name="connsiteY4" fmla="*/ 2141444 h 2141444"/>
              <a:gd name="connsiteX0" fmla="*/ 0 w 5819724"/>
              <a:gd name="connsiteY0" fmla="*/ 472905 h 1647586"/>
              <a:gd name="connsiteX1" fmla="*/ 2140237 w 5819724"/>
              <a:gd name="connsiteY1" fmla="*/ 256 h 1647586"/>
              <a:gd name="connsiteX2" fmla="*/ 4146538 w 5819724"/>
              <a:gd name="connsiteY2" fmla="*/ 453958 h 1647586"/>
              <a:gd name="connsiteX3" fmla="*/ 5819724 w 5819724"/>
              <a:gd name="connsiteY3" fmla="*/ 1647586 h 1647586"/>
              <a:gd name="connsiteX0" fmla="*/ 0 w 4146538"/>
              <a:gd name="connsiteY0" fmla="*/ 472905 h 472905"/>
              <a:gd name="connsiteX1" fmla="*/ 2140237 w 4146538"/>
              <a:gd name="connsiteY1" fmla="*/ 256 h 472905"/>
              <a:gd name="connsiteX2" fmla="*/ 4146538 w 4146538"/>
              <a:gd name="connsiteY2" fmla="*/ 453958 h 472905"/>
              <a:gd name="connsiteX0" fmla="*/ 0 w 2140237"/>
              <a:gd name="connsiteY0" fmla="*/ 472905 h 472905"/>
              <a:gd name="connsiteX1" fmla="*/ 2140237 w 2140237"/>
              <a:gd name="connsiteY1" fmla="*/ 256 h 47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0237" h="472905">
                <a:moveTo>
                  <a:pt x="0" y="472905"/>
                </a:moveTo>
                <a:cubicBezTo>
                  <a:pt x="686401" y="145037"/>
                  <a:pt x="1400487" y="-7126"/>
                  <a:pt x="2140237" y="25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7449-FACA-BB9A-408D-B21177D89A3F}"/>
              </a:ext>
            </a:extLst>
          </p:cNvPr>
          <p:cNvSpPr/>
          <p:nvPr userDrawn="1"/>
        </p:nvSpPr>
        <p:spPr>
          <a:xfrm rot="20580000" flipH="1">
            <a:off x="3447610" y="4196051"/>
            <a:ext cx="2006301" cy="453702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18" fmla="*/ 3940078 w 8339975"/>
              <a:gd name="connsiteY18" fmla="*/ 91440 h 5016200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499674 w 8338852"/>
              <a:gd name="connsiteY14" fmla="*/ 1383847 h 5016200"/>
              <a:gd name="connsiteX15" fmla="*/ 1317191 w 8338852"/>
              <a:gd name="connsiteY15" fmla="*/ 689538 h 5016200"/>
              <a:gd name="connsiteX16" fmla="*/ 1707278 w 8338852"/>
              <a:gd name="connsiteY16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317191 w 8338852"/>
              <a:gd name="connsiteY14" fmla="*/ 689538 h 5016200"/>
              <a:gd name="connsiteX15" fmla="*/ 1707278 w 8338852"/>
              <a:gd name="connsiteY15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707278 w 8338852"/>
              <a:gd name="connsiteY14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0" fmla="*/ 3384495 w 7875832"/>
              <a:gd name="connsiteY0" fmla="*/ 0 h 5016200"/>
              <a:gd name="connsiteX1" fmla="*/ 5390796 w 7875832"/>
              <a:gd name="connsiteY1" fmla="*/ 453702 h 5016200"/>
              <a:gd name="connsiteX2" fmla="*/ 7063982 w 7875832"/>
              <a:gd name="connsiteY2" fmla="*/ 1647330 h 5016200"/>
              <a:gd name="connsiteX3" fmla="*/ 7500774 w 7875832"/>
              <a:gd name="connsiteY3" fmla="*/ 2141188 h 5016200"/>
              <a:gd name="connsiteX4" fmla="*/ 7818300 w 7875832"/>
              <a:gd name="connsiteY4" fmla="*/ 3652007 h 5016200"/>
              <a:gd name="connsiteX5" fmla="*/ 7150676 w 7875832"/>
              <a:gd name="connsiteY5" fmla="*/ 4625073 h 5016200"/>
              <a:gd name="connsiteX6" fmla="*/ 5830893 w 7875832"/>
              <a:gd name="connsiteY6" fmla="*/ 4839838 h 5016200"/>
              <a:gd name="connsiteX7" fmla="*/ 5409835 w 7875832"/>
              <a:gd name="connsiteY7" fmla="*/ 4635425 h 5016200"/>
              <a:gd name="connsiteX8" fmla="*/ 4444057 w 7875832"/>
              <a:gd name="connsiteY8" fmla="*/ 4320389 h 5016200"/>
              <a:gd name="connsiteX9" fmla="*/ 3548310 w 7875832"/>
              <a:gd name="connsiteY9" fmla="*/ 4430736 h 5016200"/>
              <a:gd name="connsiteX10" fmla="*/ 2829421 w 7875832"/>
              <a:gd name="connsiteY10" fmla="*/ 4694660 h 5016200"/>
              <a:gd name="connsiteX11" fmla="*/ 436517 w 7875832"/>
              <a:gd name="connsiteY11" fmla="*/ 4775386 h 5016200"/>
              <a:gd name="connsiteX12" fmla="*/ 0 w 7875832"/>
              <a:gd name="connsiteY12" fmla="*/ 4374687 h 5016200"/>
              <a:gd name="connsiteX0" fmla="*/ 2947978 w 7439315"/>
              <a:gd name="connsiteY0" fmla="*/ 0 h 5016200"/>
              <a:gd name="connsiteX1" fmla="*/ 4954279 w 7439315"/>
              <a:gd name="connsiteY1" fmla="*/ 453702 h 5016200"/>
              <a:gd name="connsiteX2" fmla="*/ 6627465 w 7439315"/>
              <a:gd name="connsiteY2" fmla="*/ 1647330 h 5016200"/>
              <a:gd name="connsiteX3" fmla="*/ 7064257 w 7439315"/>
              <a:gd name="connsiteY3" fmla="*/ 2141188 h 5016200"/>
              <a:gd name="connsiteX4" fmla="*/ 7381783 w 7439315"/>
              <a:gd name="connsiteY4" fmla="*/ 3652007 h 5016200"/>
              <a:gd name="connsiteX5" fmla="*/ 6714159 w 7439315"/>
              <a:gd name="connsiteY5" fmla="*/ 4625073 h 5016200"/>
              <a:gd name="connsiteX6" fmla="*/ 5394376 w 7439315"/>
              <a:gd name="connsiteY6" fmla="*/ 4839838 h 5016200"/>
              <a:gd name="connsiteX7" fmla="*/ 4973318 w 7439315"/>
              <a:gd name="connsiteY7" fmla="*/ 4635425 h 5016200"/>
              <a:gd name="connsiteX8" fmla="*/ 4007540 w 7439315"/>
              <a:gd name="connsiteY8" fmla="*/ 4320389 h 5016200"/>
              <a:gd name="connsiteX9" fmla="*/ 3111793 w 7439315"/>
              <a:gd name="connsiteY9" fmla="*/ 4430736 h 5016200"/>
              <a:gd name="connsiteX10" fmla="*/ 2392904 w 7439315"/>
              <a:gd name="connsiteY10" fmla="*/ 4694660 h 5016200"/>
              <a:gd name="connsiteX11" fmla="*/ 0 w 7439315"/>
              <a:gd name="connsiteY11" fmla="*/ 4775386 h 5016200"/>
              <a:gd name="connsiteX0" fmla="*/ 555074 w 5046411"/>
              <a:gd name="connsiteY0" fmla="*/ 0 h 4914376"/>
              <a:gd name="connsiteX1" fmla="*/ 2561375 w 5046411"/>
              <a:gd name="connsiteY1" fmla="*/ 453702 h 4914376"/>
              <a:gd name="connsiteX2" fmla="*/ 4234561 w 5046411"/>
              <a:gd name="connsiteY2" fmla="*/ 1647330 h 4914376"/>
              <a:gd name="connsiteX3" fmla="*/ 4671353 w 5046411"/>
              <a:gd name="connsiteY3" fmla="*/ 2141188 h 4914376"/>
              <a:gd name="connsiteX4" fmla="*/ 4988879 w 5046411"/>
              <a:gd name="connsiteY4" fmla="*/ 3652007 h 4914376"/>
              <a:gd name="connsiteX5" fmla="*/ 4321255 w 5046411"/>
              <a:gd name="connsiteY5" fmla="*/ 4625073 h 4914376"/>
              <a:gd name="connsiteX6" fmla="*/ 3001472 w 5046411"/>
              <a:gd name="connsiteY6" fmla="*/ 4839838 h 4914376"/>
              <a:gd name="connsiteX7" fmla="*/ 2580414 w 5046411"/>
              <a:gd name="connsiteY7" fmla="*/ 4635425 h 4914376"/>
              <a:gd name="connsiteX8" fmla="*/ 1614636 w 5046411"/>
              <a:gd name="connsiteY8" fmla="*/ 4320389 h 4914376"/>
              <a:gd name="connsiteX9" fmla="*/ 718889 w 5046411"/>
              <a:gd name="connsiteY9" fmla="*/ 4430736 h 4914376"/>
              <a:gd name="connsiteX10" fmla="*/ 0 w 5046411"/>
              <a:gd name="connsiteY10" fmla="*/ 4694660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9" fmla="*/ 163815 w 4491337"/>
              <a:gd name="connsiteY9" fmla="*/ 4430736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0" fmla="*/ 0 w 4491337"/>
              <a:gd name="connsiteY0" fmla="*/ 0 h 4625073"/>
              <a:gd name="connsiteX1" fmla="*/ 2006301 w 4491337"/>
              <a:gd name="connsiteY1" fmla="*/ 453702 h 4625073"/>
              <a:gd name="connsiteX2" fmla="*/ 3679487 w 4491337"/>
              <a:gd name="connsiteY2" fmla="*/ 1647330 h 4625073"/>
              <a:gd name="connsiteX3" fmla="*/ 4116279 w 4491337"/>
              <a:gd name="connsiteY3" fmla="*/ 2141188 h 4625073"/>
              <a:gd name="connsiteX4" fmla="*/ 4433805 w 4491337"/>
              <a:gd name="connsiteY4" fmla="*/ 3652007 h 4625073"/>
              <a:gd name="connsiteX5" fmla="*/ 3766181 w 4491337"/>
              <a:gd name="connsiteY5" fmla="*/ 4625073 h 4625073"/>
              <a:gd name="connsiteX0" fmla="*/ 0 w 4491337"/>
              <a:gd name="connsiteY0" fmla="*/ 0 h 3652007"/>
              <a:gd name="connsiteX1" fmla="*/ 2006301 w 4491337"/>
              <a:gd name="connsiteY1" fmla="*/ 453702 h 3652007"/>
              <a:gd name="connsiteX2" fmla="*/ 3679487 w 4491337"/>
              <a:gd name="connsiteY2" fmla="*/ 1647330 h 3652007"/>
              <a:gd name="connsiteX3" fmla="*/ 4116279 w 4491337"/>
              <a:gd name="connsiteY3" fmla="*/ 2141188 h 3652007"/>
              <a:gd name="connsiteX4" fmla="*/ 4433805 w 4491337"/>
              <a:gd name="connsiteY4" fmla="*/ 3652007 h 3652007"/>
              <a:gd name="connsiteX0" fmla="*/ 0 w 4116279"/>
              <a:gd name="connsiteY0" fmla="*/ 0 h 2141188"/>
              <a:gd name="connsiteX1" fmla="*/ 2006301 w 4116279"/>
              <a:gd name="connsiteY1" fmla="*/ 453702 h 2141188"/>
              <a:gd name="connsiteX2" fmla="*/ 3679487 w 4116279"/>
              <a:gd name="connsiteY2" fmla="*/ 1647330 h 2141188"/>
              <a:gd name="connsiteX3" fmla="*/ 4116279 w 4116279"/>
              <a:gd name="connsiteY3" fmla="*/ 2141188 h 2141188"/>
              <a:gd name="connsiteX0" fmla="*/ 0 w 3679487"/>
              <a:gd name="connsiteY0" fmla="*/ 0 h 1647330"/>
              <a:gd name="connsiteX1" fmla="*/ 2006301 w 3679487"/>
              <a:gd name="connsiteY1" fmla="*/ 453702 h 1647330"/>
              <a:gd name="connsiteX2" fmla="*/ 3679487 w 3679487"/>
              <a:gd name="connsiteY2" fmla="*/ 1647330 h 1647330"/>
              <a:gd name="connsiteX0" fmla="*/ 0 w 2006301"/>
              <a:gd name="connsiteY0" fmla="*/ 0 h 453702"/>
              <a:gd name="connsiteX1" fmla="*/ 2006301 w 2006301"/>
              <a:gd name="connsiteY1" fmla="*/ 453702 h 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6301" h="453702">
                <a:moveTo>
                  <a:pt x="0" y="0"/>
                </a:moveTo>
                <a:cubicBezTo>
                  <a:pt x="722289" y="7252"/>
                  <a:pt x="1387140" y="169081"/>
                  <a:pt x="2006301" y="45370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73734FD-BC55-D1E1-2097-E9EF45006A4B}"/>
              </a:ext>
            </a:extLst>
          </p:cNvPr>
          <p:cNvSpPr/>
          <p:nvPr userDrawn="1"/>
        </p:nvSpPr>
        <p:spPr>
          <a:xfrm rot="10560000">
            <a:off x="2793467" y="1387752"/>
            <a:ext cx="6622719" cy="733164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900660 w 8339975"/>
              <a:gd name="connsiteY0" fmla="*/ 4775642 h 5046560"/>
              <a:gd name="connsiteX1" fmla="*/ 464143 w 8339975"/>
              <a:gd name="connsiteY1" fmla="*/ 4374943 h 5046560"/>
              <a:gd name="connsiteX2" fmla="*/ 100508 w 8339975"/>
              <a:gd name="connsiteY2" fmla="*/ 3580002 h 5046560"/>
              <a:gd name="connsiteX3" fmla="*/ 1210 w 8339975"/>
              <a:gd name="connsiteY3" fmla="*/ 2578945 h 5046560"/>
              <a:gd name="connsiteX4" fmla="*/ 500797 w 8339975"/>
              <a:gd name="connsiteY4" fmla="*/ 1384103 h 5046560"/>
              <a:gd name="connsiteX5" fmla="*/ 1318314 w 8339975"/>
              <a:gd name="connsiteY5" fmla="*/ 689794 h 5046560"/>
              <a:gd name="connsiteX6" fmla="*/ 1708401 w 8339975"/>
              <a:gd name="connsiteY6" fmla="*/ 472905 h 5046560"/>
              <a:gd name="connsiteX7" fmla="*/ 3848638 w 8339975"/>
              <a:gd name="connsiteY7" fmla="*/ 256 h 5046560"/>
              <a:gd name="connsiteX8" fmla="*/ 5854939 w 8339975"/>
              <a:gd name="connsiteY8" fmla="*/ 453958 h 5046560"/>
              <a:gd name="connsiteX9" fmla="*/ 7528125 w 8339975"/>
              <a:gd name="connsiteY9" fmla="*/ 1647586 h 5046560"/>
              <a:gd name="connsiteX10" fmla="*/ 7964917 w 8339975"/>
              <a:gd name="connsiteY10" fmla="*/ 2141444 h 5046560"/>
              <a:gd name="connsiteX11" fmla="*/ 8282443 w 8339975"/>
              <a:gd name="connsiteY11" fmla="*/ 3652263 h 5046560"/>
              <a:gd name="connsiteX12" fmla="*/ 7614819 w 8339975"/>
              <a:gd name="connsiteY12" fmla="*/ 4625329 h 5046560"/>
              <a:gd name="connsiteX13" fmla="*/ 6295036 w 8339975"/>
              <a:gd name="connsiteY13" fmla="*/ 4840094 h 5046560"/>
              <a:gd name="connsiteX14" fmla="*/ 5873978 w 8339975"/>
              <a:gd name="connsiteY14" fmla="*/ 4635681 h 5046560"/>
              <a:gd name="connsiteX15" fmla="*/ 4908200 w 8339975"/>
              <a:gd name="connsiteY15" fmla="*/ 4320645 h 5046560"/>
              <a:gd name="connsiteX16" fmla="*/ 4012453 w 8339975"/>
              <a:gd name="connsiteY16" fmla="*/ 4430992 h 5046560"/>
              <a:gd name="connsiteX17" fmla="*/ 3293564 w 8339975"/>
              <a:gd name="connsiteY17" fmla="*/ 4694916 h 5046560"/>
              <a:gd name="connsiteX18" fmla="*/ 992100 w 8339975"/>
              <a:gd name="connsiteY18" fmla="*/ 4867082 h 5046560"/>
              <a:gd name="connsiteX0" fmla="*/ 910876 w 8350191"/>
              <a:gd name="connsiteY0" fmla="*/ 4775642 h 5046560"/>
              <a:gd name="connsiteX1" fmla="*/ 110724 w 8350191"/>
              <a:gd name="connsiteY1" fmla="*/ 3580002 h 5046560"/>
              <a:gd name="connsiteX2" fmla="*/ 11426 w 8350191"/>
              <a:gd name="connsiteY2" fmla="*/ 2578945 h 5046560"/>
              <a:gd name="connsiteX3" fmla="*/ 511013 w 8350191"/>
              <a:gd name="connsiteY3" fmla="*/ 1384103 h 5046560"/>
              <a:gd name="connsiteX4" fmla="*/ 1328530 w 8350191"/>
              <a:gd name="connsiteY4" fmla="*/ 689794 h 5046560"/>
              <a:gd name="connsiteX5" fmla="*/ 1718617 w 8350191"/>
              <a:gd name="connsiteY5" fmla="*/ 472905 h 5046560"/>
              <a:gd name="connsiteX6" fmla="*/ 3858854 w 8350191"/>
              <a:gd name="connsiteY6" fmla="*/ 256 h 5046560"/>
              <a:gd name="connsiteX7" fmla="*/ 5865155 w 8350191"/>
              <a:gd name="connsiteY7" fmla="*/ 453958 h 5046560"/>
              <a:gd name="connsiteX8" fmla="*/ 7538341 w 8350191"/>
              <a:gd name="connsiteY8" fmla="*/ 1647586 h 5046560"/>
              <a:gd name="connsiteX9" fmla="*/ 7975133 w 8350191"/>
              <a:gd name="connsiteY9" fmla="*/ 2141444 h 5046560"/>
              <a:gd name="connsiteX10" fmla="*/ 8292659 w 8350191"/>
              <a:gd name="connsiteY10" fmla="*/ 3652263 h 5046560"/>
              <a:gd name="connsiteX11" fmla="*/ 7625035 w 8350191"/>
              <a:gd name="connsiteY11" fmla="*/ 4625329 h 5046560"/>
              <a:gd name="connsiteX12" fmla="*/ 6305252 w 8350191"/>
              <a:gd name="connsiteY12" fmla="*/ 4840094 h 5046560"/>
              <a:gd name="connsiteX13" fmla="*/ 5884194 w 8350191"/>
              <a:gd name="connsiteY13" fmla="*/ 4635681 h 5046560"/>
              <a:gd name="connsiteX14" fmla="*/ 4918416 w 8350191"/>
              <a:gd name="connsiteY14" fmla="*/ 4320645 h 5046560"/>
              <a:gd name="connsiteX15" fmla="*/ 4022669 w 8350191"/>
              <a:gd name="connsiteY15" fmla="*/ 4430992 h 5046560"/>
              <a:gd name="connsiteX16" fmla="*/ 3303780 w 8350191"/>
              <a:gd name="connsiteY16" fmla="*/ 4694916 h 5046560"/>
              <a:gd name="connsiteX17" fmla="*/ 1002316 w 8350191"/>
              <a:gd name="connsiteY17" fmla="*/ 4867082 h 5046560"/>
              <a:gd name="connsiteX0" fmla="*/ 899450 w 8338765"/>
              <a:gd name="connsiteY0" fmla="*/ 4775642 h 5046560"/>
              <a:gd name="connsiteX1" fmla="*/ 0 w 8338765"/>
              <a:gd name="connsiteY1" fmla="*/ 2578945 h 5046560"/>
              <a:gd name="connsiteX2" fmla="*/ 499587 w 8338765"/>
              <a:gd name="connsiteY2" fmla="*/ 1384103 h 5046560"/>
              <a:gd name="connsiteX3" fmla="*/ 1317104 w 8338765"/>
              <a:gd name="connsiteY3" fmla="*/ 689794 h 5046560"/>
              <a:gd name="connsiteX4" fmla="*/ 1707191 w 8338765"/>
              <a:gd name="connsiteY4" fmla="*/ 472905 h 5046560"/>
              <a:gd name="connsiteX5" fmla="*/ 3847428 w 8338765"/>
              <a:gd name="connsiteY5" fmla="*/ 256 h 5046560"/>
              <a:gd name="connsiteX6" fmla="*/ 5853729 w 8338765"/>
              <a:gd name="connsiteY6" fmla="*/ 453958 h 5046560"/>
              <a:gd name="connsiteX7" fmla="*/ 7526915 w 8338765"/>
              <a:gd name="connsiteY7" fmla="*/ 1647586 h 5046560"/>
              <a:gd name="connsiteX8" fmla="*/ 7963707 w 8338765"/>
              <a:gd name="connsiteY8" fmla="*/ 2141444 h 5046560"/>
              <a:gd name="connsiteX9" fmla="*/ 8281233 w 8338765"/>
              <a:gd name="connsiteY9" fmla="*/ 3652263 h 5046560"/>
              <a:gd name="connsiteX10" fmla="*/ 7613609 w 8338765"/>
              <a:gd name="connsiteY10" fmla="*/ 4625329 h 5046560"/>
              <a:gd name="connsiteX11" fmla="*/ 6293826 w 8338765"/>
              <a:gd name="connsiteY11" fmla="*/ 4840094 h 5046560"/>
              <a:gd name="connsiteX12" fmla="*/ 5872768 w 8338765"/>
              <a:gd name="connsiteY12" fmla="*/ 4635681 h 5046560"/>
              <a:gd name="connsiteX13" fmla="*/ 4906990 w 8338765"/>
              <a:gd name="connsiteY13" fmla="*/ 4320645 h 5046560"/>
              <a:gd name="connsiteX14" fmla="*/ 4011243 w 8338765"/>
              <a:gd name="connsiteY14" fmla="*/ 4430992 h 5046560"/>
              <a:gd name="connsiteX15" fmla="*/ 3292354 w 8338765"/>
              <a:gd name="connsiteY15" fmla="*/ 4694916 h 5046560"/>
              <a:gd name="connsiteX16" fmla="*/ 990890 w 8338765"/>
              <a:gd name="connsiteY16" fmla="*/ 4867082 h 5046560"/>
              <a:gd name="connsiteX0" fmla="*/ 0 w 8338765"/>
              <a:gd name="connsiteY0" fmla="*/ 2578945 h 5046560"/>
              <a:gd name="connsiteX1" fmla="*/ 499587 w 8338765"/>
              <a:gd name="connsiteY1" fmla="*/ 1384103 h 5046560"/>
              <a:gd name="connsiteX2" fmla="*/ 1317104 w 8338765"/>
              <a:gd name="connsiteY2" fmla="*/ 689794 h 5046560"/>
              <a:gd name="connsiteX3" fmla="*/ 1707191 w 8338765"/>
              <a:gd name="connsiteY3" fmla="*/ 472905 h 5046560"/>
              <a:gd name="connsiteX4" fmla="*/ 3847428 w 8338765"/>
              <a:gd name="connsiteY4" fmla="*/ 256 h 5046560"/>
              <a:gd name="connsiteX5" fmla="*/ 5853729 w 8338765"/>
              <a:gd name="connsiteY5" fmla="*/ 453958 h 5046560"/>
              <a:gd name="connsiteX6" fmla="*/ 7526915 w 8338765"/>
              <a:gd name="connsiteY6" fmla="*/ 1647586 h 5046560"/>
              <a:gd name="connsiteX7" fmla="*/ 7963707 w 8338765"/>
              <a:gd name="connsiteY7" fmla="*/ 2141444 h 5046560"/>
              <a:gd name="connsiteX8" fmla="*/ 8281233 w 8338765"/>
              <a:gd name="connsiteY8" fmla="*/ 3652263 h 5046560"/>
              <a:gd name="connsiteX9" fmla="*/ 7613609 w 8338765"/>
              <a:gd name="connsiteY9" fmla="*/ 4625329 h 5046560"/>
              <a:gd name="connsiteX10" fmla="*/ 6293826 w 8338765"/>
              <a:gd name="connsiteY10" fmla="*/ 4840094 h 5046560"/>
              <a:gd name="connsiteX11" fmla="*/ 5872768 w 8338765"/>
              <a:gd name="connsiteY11" fmla="*/ 4635681 h 5046560"/>
              <a:gd name="connsiteX12" fmla="*/ 4906990 w 8338765"/>
              <a:gd name="connsiteY12" fmla="*/ 4320645 h 5046560"/>
              <a:gd name="connsiteX13" fmla="*/ 4011243 w 8338765"/>
              <a:gd name="connsiteY13" fmla="*/ 4430992 h 5046560"/>
              <a:gd name="connsiteX14" fmla="*/ 3292354 w 8338765"/>
              <a:gd name="connsiteY14" fmla="*/ 4694916 h 5046560"/>
              <a:gd name="connsiteX15" fmla="*/ 990890 w 8338765"/>
              <a:gd name="connsiteY15" fmla="*/ 4867082 h 5046560"/>
              <a:gd name="connsiteX0" fmla="*/ 0 w 7839178"/>
              <a:gd name="connsiteY0" fmla="*/ 1384103 h 5046560"/>
              <a:gd name="connsiteX1" fmla="*/ 817517 w 7839178"/>
              <a:gd name="connsiteY1" fmla="*/ 689794 h 5046560"/>
              <a:gd name="connsiteX2" fmla="*/ 1207604 w 7839178"/>
              <a:gd name="connsiteY2" fmla="*/ 472905 h 5046560"/>
              <a:gd name="connsiteX3" fmla="*/ 3347841 w 7839178"/>
              <a:gd name="connsiteY3" fmla="*/ 256 h 5046560"/>
              <a:gd name="connsiteX4" fmla="*/ 5354142 w 7839178"/>
              <a:gd name="connsiteY4" fmla="*/ 453958 h 5046560"/>
              <a:gd name="connsiteX5" fmla="*/ 7027328 w 7839178"/>
              <a:gd name="connsiteY5" fmla="*/ 1647586 h 5046560"/>
              <a:gd name="connsiteX6" fmla="*/ 7464120 w 7839178"/>
              <a:gd name="connsiteY6" fmla="*/ 2141444 h 5046560"/>
              <a:gd name="connsiteX7" fmla="*/ 7781646 w 7839178"/>
              <a:gd name="connsiteY7" fmla="*/ 3652263 h 5046560"/>
              <a:gd name="connsiteX8" fmla="*/ 7114022 w 7839178"/>
              <a:gd name="connsiteY8" fmla="*/ 4625329 h 5046560"/>
              <a:gd name="connsiteX9" fmla="*/ 5794239 w 7839178"/>
              <a:gd name="connsiteY9" fmla="*/ 4840094 h 5046560"/>
              <a:gd name="connsiteX10" fmla="*/ 5373181 w 7839178"/>
              <a:gd name="connsiteY10" fmla="*/ 4635681 h 5046560"/>
              <a:gd name="connsiteX11" fmla="*/ 4407403 w 7839178"/>
              <a:gd name="connsiteY11" fmla="*/ 4320645 h 5046560"/>
              <a:gd name="connsiteX12" fmla="*/ 3511656 w 7839178"/>
              <a:gd name="connsiteY12" fmla="*/ 4430992 h 5046560"/>
              <a:gd name="connsiteX13" fmla="*/ 2792767 w 7839178"/>
              <a:gd name="connsiteY13" fmla="*/ 4694916 h 5046560"/>
              <a:gd name="connsiteX14" fmla="*/ 491303 w 7839178"/>
              <a:gd name="connsiteY14" fmla="*/ 4867082 h 5046560"/>
              <a:gd name="connsiteX0" fmla="*/ 326214 w 7347875"/>
              <a:gd name="connsiteY0" fmla="*/ 689794 h 5046560"/>
              <a:gd name="connsiteX1" fmla="*/ 716301 w 7347875"/>
              <a:gd name="connsiteY1" fmla="*/ 472905 h 5046560"/>
              <a:gd name="connsiteX2" fmla="*/ 2856538 w 7347875"/>
              <a:gd name="connsiteY2" fmla="*/ 256 h 5046560"/>
              <a:gd name="connsiteX3" fmla="*/ 4862839 w 7347875"/>
              <a:gd name="connsiteY3" fmla="*/ 453958 h 5046560"/>
              <a:gd name="connsiteX4" fmla="*/ 6536025 w 7347875"/>
              <a:gd name="connsiteY4" fmla="*/ 1647586 h 5046560"/>
              <a:gd name="connsiteX5" fmla="*/ 6972817 w 7347875"/>
              <a:gd name="connsiteY5" fmla="*/ 2141444 h 5046560"/>
              <a:gd name="connsiteX6" fmla="*/ 7290343 w 7347875"/>
              <a:gd name="connsiteY6" fmla="*/ 3652263 h 5046560"/>
              <a:gd name="connsiteX7" fmla="*/ 6622719 w 7347875"/>
              <a:gd name="connsiteY7" fmla="*/ 4625329 h 5046560"/>
              <a:gd name="connsiteX8" fmla="*/ 5302936 w 7347875"/>
              <a:gd name="connsiteY8" fmla="*/ 4840094 h 5046560"/>
              <a:gd name="connsiteX9" fmla="*/ 4881878 w 7347875"/>
              <a:gd name="connsiteY9" fmla="*/ 4635681 h 5046560"/>
              <a:gd name="connsiteX10" fmla="*/ 3916100 w 7347875"/>
              <a:gd name="connsiteY10" fmla="*/ 4320645 h 5046560"/>
              <a:gd name="connsiteX11" fmla="*/ 3020353 w 7347875"/>
              <a:gd name="connsiteY11" fmla="*/ 4430992 h 5046560"/>
              <a:gd name="connsiteX12" fmla="*/ 2301464 w 7347875"/>
              <a:gd name="connsiteY12" fmla="*/ 4694916 h 5046560"/>
              <a:gd name="connsiteX13" fmla="*/ 0 w 7347875"/>
              <a:gd name="connsiteY13" fmla="*/ 4867082 h 5046560"/>
              <a:gd name="connsiteX0" fmla="*/ 716301 w 7347875"/>
              <a:gd name="connsiteY0" fmla="*/ 472905 h 5046560"/>
              <a:gd name="connsiteX1" fmla="*/ 2856538 w 7347875"/>
              <a:gd name="connsiteY1" fmla="*/ 256 h 5046560"/>
              <a:gd name="connsiteX2" fmla="*/ 4862839 w 7347875"/>
              <a:gd name="connsiteY2" fmla="*/ 453958 h 5046560"/>
              <a:gd name="connsiteX3" fmla="*/ 6536025 w 7347875"/>
              <a:gd name="connsiteY3" fmla="*/ 1647586 h 5046560"/>
              <a:gd name="connsiteX4" fmla="*/ 6972817 w 7347875"/>
              <a:gd name="connsiteY4" fmla="*/ 2141444 h 5046560"/>
              <a:gd name="connsiteX5" fmla="*/ 7290343 w 7347875"/>
              <a:gd name="connsiteY5" fmla="*/ 3652263 h 5046560"/>
              <a:gd name="connsiteX6" fmla="*/ 6622719 w 7347875"/>
              <a:gd name="connsiteY6" fmla="*/ 4625329 h 5046560"/>
              <a:gd name="connsiteX7" fmla="*/ 5302936 w 7347875"/>
              <a:gd name="connsiteY7" fmla="*/ 4840094 h 5046560"/>
              <a:gd name="connsiteX8" fmla="*/ 4881878 w 7347875"/>
              <a:gd name="connsiteY8" fmla="*/ 4635681 h 5046560"/>
              <a:gd name="connsiteX9" fmla="*/ 3916100 w 7347875"/>
              <a:gd name="connsiteY9" fmla="*/ 4320645 h 5046560"/>
              <a:gd name="connsiteX10" fmla="*/ 3020353 w 7347875"/>
              <a:gd name="connsiteY10" fmla="*/ 4430992 h 5046560"/>
              <a:gd name="connsiteX11" fmla="*/ 2301464 w 7347875"/>
              <a:gd name="connsiteY11" fmla="*/ 4694916 h 5046560"/>
              <a:gd name="connsiteX12" fmla="*/ 0 w 7347875"/>
              <a:gd name="connsiteY12" fmla="*/ 4867082 h 5046560"/>
              <a:gd name="connsiteX0" fmla="*/ 2856538 w 7347875"/>
              <a:gd name="connsiteY0" fmla="*/ 0 h 5046304"/>
              <a:gd name="connsiteX1" fmla="*/ 4862839 w 7347875"/>
              <a:gd name="connsiteY1" fmla="*/ 453702 h 5046304"/>
              <a:gd name="connsiteX2" fmla="*/ 6536025 w 7347875"/>
              <a:gd name="connsiteY2" fmla="*/ 1647330 h 5046304"/>
              <a:gd name="connsiteX3" fmla="*/ 6972817 w 7347875"/>
              <a:gd name="connsiteY3" fmla="*/ 2141188 h 5046304"/>
              <a:gd name="connsiteX4" fmla="*/ 7290343 w 7347875"/>
              <a:gd name="connsiteY4" fmla="*/ 3652007 h 5046304"/>
              <a:gd name="connsiteX5" fmla="*/ 6622719 w 7347875"/>
              <a:gd name="connsiteY5" fmla="*/ 4625073 h 5046304"/>
              <a:gd name="connsiteX6" fmla="*/ 5302936 w 7347875"/>
              <a:gd name="connsiteY6" fmla="*/ 4839838 h 5046304"/>
              <a:gd name="connsiteX7" fmla="*/ 4881878 w 7347875"/>
              <a:gd name="connsiteY7" fmla="*/ 4635425 h 5046304"/>
              <a:gd name="connsiteX8" fmla="*/ 3916100 w 7347875"/>
              <a:gd name="connsiteY8" fmla="*/ 4320389 h 5046304"/>
              <a:gd name="connsiteX9" fmla="*/ 3020353 w 7347875"/>
              <a:gd name="connsiteY9" fmla="*/ 4430736 h 5046304"/>
              <a:gd name="connsiteX10" fmla="*/ 2301464 w 7347875"/>
              <a:gd name="connsiteY10" fmla="*/ 4694660 h 5046304"/>
              <a:gd name="connsiteX11" fmla="*/ 0 w 7347875"/>
              <a:gd name="connsiteY11" fmla="*/ 4866826 h 5046304"/>
              <a:gd name="connsiteX0" fmla="*/ 4862839 w 7347875"/>
              <a:gd name="connsiteY0" fmla="*/ 0 h 4592602"/>
              <a:gd name="connsiteX1" fmla="*/ 6536025 w 7347875"/>
              <a:gd name="connsiteY1" fmla="*/ 1193628 h 4592602"/>
              <a:gd name="connsiteX2" fmla="*/ 6972817 w 7347875"/>
              <a:gd name="connsiteY2" fmla="*/ 1687486 h 4592602"/>
              <a:gd name="connsiteX3" fmla="*/ 7290343 w 7347875"/>
              <a:gd name="connsiteY3" fmla="*/ 3198305 h 4592602"/>
              <a:gd name="connsiteX4" fmla="*/ 6622719 w 7347875"/>
              <a:gd name="connsiteY4" fmla="*/ 4171371 h 4592602"/>
              <a:gd name="connsiteX5" fmla="*/ 5302936 w 7347875"/>
              <a:gd name="connsiteY5" fmla="*/ 4386136 h 4592602"/>
              <a:gd name="connsiteX6" fmla="*/ 4881878 w 7347875"/>
              <a:gd name="connsiteY6" fmla="*/ 4181723 h 4592602"/>
              <a:gd name="connsiteX7" fmla="*/ 3916100 w 7347875"/>
              <a:gd name="connsiteY7" fmla="*/ 3866687 h 4592602"/>
              <a:gd name="connsiteX8" fmla="*/ 3020353 w 7347875"/>
              <a:gd name="connsiteY8" fmla="*/ 3977034 h 4592602"/>
              <a:gd name="connsiteX9" fmla="*/ 2301464 w 7347875"/>
              <a:gd name="connsiteY9" fmla="*/ 4240958 h 4592602"/>
              <a:gd name="connsiteX10" fmla="*/ 0 w 7347875"/>
              <a:gd name="connsiteY10" fmla="*/ 4413124 h 4592602"/>
              <a:gd name="connsiteX0" fmla="*/ 6536025 w 7347875"/>
              <a:gd name="connsiteY0" fmla="*/ 0 h 3398974"/>
              <a:gd name="connsiteX1" fmla="*/ 6972817 w 7347875"/>
              <a:gd name="connsiteY1" fmla="*/ 493858 h 3398974"/>
              <a:gd name="connsiteX2" fmla="*/ 7290343 w 7347875"/>
              <a:gd name="connsiteY2" fmla="*/ 2004677 h 3398974"/>
              <a:gd name="connsiteX3" fmla="*/ 6622719 w 7347875"/>
              <a:gd name="connsiteY3" fmla="*/ 2977743 h 3398974"/>
              <a:gd name="connsiteX4" fmla="*/ 5302936 w 7347875"/>
              <a:gd name="connsiteY4" fmla="*/ 3192508 h 3398974"/>
              <a:gd name="connsiteX5" fmla="*/ 4881878 w 7347875"/>
              <a:gd name="connsiteY5" fmla="*/ 2988095 h 3398974"/>
              <a:gd name="connsiteX6" fmla="*/ 3916100 w 7347875"/>
              <a:gd name="connsiteY6" fmla="*/ 2673059 h 3398974"/>
              <a:gd name="connsiteX7" fmla="*/ 3020353 w 7347875"/>
              <a:gd name="connsiteY7" fmla="*/ 2783406 h 3398974"/>
              <a:gd name="connsiteX8" fmla="*/ 2301464 w 7347875"/>
              <a:gd name="connsiteY8" fmla="*/ 3047330 h 3398974"/>
              <a:gd name="connsiteX9" fmla="*/ 0 w 7347875"/>
              <a:gd name="connsiteY9" fmla="*/ 3219496 h 3398974"/>
              <a:gd name="connsiteX0" fmla="*/ 6972817 w 7347875"/>
              <a:gd name="connsiteY0" fmla="*/ 0 h 2905116"/>
              <a:gd name="connsiteX1" fmla="*/ 7290343 w 7347875"/>
              <a:gd name="connsiteY1" fmla="*/ 1510819 h 2905116"/>
              <a:gd name="connsiteX2" fmla="*/ 6622719 w 7347875"/>
              <a:gd name="connsiteY2" fmla="*/ 2483885 h 2905116"/>
              <a:gd name="connsiteX3" fmla="*/ 5302936 w 7347875"/>
              <a:gd name="connsiteY3" fmla="*/ 2698650 h 2905116"/>
              <a:gd name="connsiteX4" fmla="*/ 4881878 w 7347875"/>
              <a:gd name="connsiteY4" fmla="*/ 2494237 h 2905116"/>
              <a:gd name="connsiteX5" fmla="*/ 3916100 w 7347875"/>
              <a:gd name="connsiteY5" fmla="*/ 2179201 h 2905116"/>
              <a:gd name="connsiteX6" fmla="*/ 3020353 w 7347875"/>
              <a:gd name="connsiteY6" fmla="*/ 2289548 h 2905116"/>
              <a:gd name="connsiteX7" fmla="*/ 2301464 w 7347875"/>
              <a:gd name="connsiteY7" fmla="*/ 2553472 h 2905116"/>
              <a:gd name="connsiteX8" fmla="*/ 0 w 7347875"/>
              <a:gd name="connsiteY8" fmla="*/ 2725638 h 2905116"/>
              <a:gd name="connsiteX0" fmla="*/ 7290343 w 7290343"/>
              <a:gd name="connsiteY0" fmla="*/ 0 h 1394297"/>
              <a:gd name="connsiteX1" fmla="*/ 6622719 w 7290343"/>
              <a:gd name="connsiteY1" fmla="*/ 973066 h 1394297"/>
              <a:gd name="connsiteX2" fmla="*/ 5302936 w 7290343"/>
              <a:gd name="connsiteY2" fmla="*/ 1187831 h 1394297"/>
              <a:gd name="connsiteX3" fmla="*/ 4881878 w 7290343"/>
              <a:gd name="connsiteY3" fmla="*/ 983418 h 1394297"/>
              <a:gd name="connsiteX4" fmla="*/ 3916100 w 7290343"/>
              <a:gd name="connsiteY4" fmla="*/ 668382 h 1394297"/>
              <a:gd name="connsiteX5" fmla="*/ 3020353 w 7290343"/>
              <a:gd name="connsiteY5" fmla="*/ 778729 h 1394297"/>
              <a:gd name="connsiteX6" fmla="*/ 2301464 w 7290343"/>
              <a:gd name="connsiteY6" fmla="*/ 1042653 h 1394297"/>
              <a:gd name="connsiteX7" fmla="*/ 0 w 7290343"/>
              <a:gd name="connsiteY7" fmla="*/ 1214819 h 1394297"/>
              <a:gd name="connsiteX0" fmla="*/ 6622719 w 6622719"/>
              <a:gd name="connsiteY0" fmla="*/ 311933 h 733164"/>
              <a:gd name="connsiteX1" fmla="*/ 5302936 w 6622719"/>
              <a:gd name="connsiteY1" fmla="*/ 526698 h 733164"/>
              <a:gd name="connsiteX2" fmla="*/ 4881878 w 6622719"/>
              <a:gd name="connsiteY2" fmla="*/ 322285 h 733164"/>
              <a:gd name="connsiteX3" fmla="*/ 3916100 w 6622719"/>
              <a:gd name="connsiteY3" fmla="*/ 7249 h 733164"/>
              <a:gd name="connsiteX4" fmla="*/ 3020353 w 6622719"/>
              <a:gd name="connsiteY4" fmla="*/ 117596 h 733164"/>
              <a:gd name="connsiteX5" fmla="*/ 2301464 w 6622719"/>
              <a:gd name="connsiteY5" fmla="*/ 381520 h 733164"/>
              <a:gd name="connsiteX6" fmla="*/ 0 w 6622719"/>
              <a:gd name="connsiteY6" fmla="*/ 553686 h 73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2719" h="733164">
                <a:moveTo>
                  <a:pt x="6622719" y="311933"/>
                </a:moveTo>
                <a:cubicBezTo>
                  <a:pt x="6204229" y="608954"/>
                  <a:pt x="5761606" y="671081"/>
                  <a:pt x="5302936" y="526698"/>
                </a:cubicBezTo>
                <a:cubicBezTo>
                  <a:pt x="5149610" y="478413"/>
                  <a:pt x="5017570" y="397994"/>
                  <a:pt x="4881878" y="322285"/>
                </a:cubicBezTo>
                <a:cubicBezTo>
                  <a:pt x="4588627" y="158551"/>
                  <a:pt x="4273911" y="38293"/>
                  <a:pt x="3916100" y="7249"/>
                </a:cubicBezTo>
                <a:cubicBezTo>
                  <a:pt x="3614873" y="-19002"/>
                  <a:pt x="3316824" y="27934"/>
                  <a:pt x="3020353" y="117596"/>
                </a:cubicBezTo>
                <a:cubicBezTo>
                  <a:pt x="2689282" y="217729"/>
                  <a:pt x="2500058" y="300462"/>
                  <a:pt x="2301464" y="381520"/>
                </a:cubicBezTo>
                <a:cubicBezTo>
                  <a:pt x="2080764" y="471631"/>
                  <a:pt x="771229" y="1006013"/>
                  <a:pt x="0" y="55368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21B520-0D64-3EC9-FF97-743F0B028BFA}"/>
              </a:ext>
            </a:extLst>
          </p:cNvPr>
          <p:cNvSpPr>
            <a:spLocks noChangeAspect="1"/>
          </p:cNvSpPr>
          <p:nvPr userDrawn="1"/>
        </p:nvSpPr>
        <p:spPr>
          <a:xfrm rot="10500000" flipH="1">
            <a:off x="3174568" y="5351805"/>
            <a:ext cx="5263840" cy="686047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18" fmla="*/ 7708527 w 8339975"/>
              <a:gd name="connsiteY18" fmla="*/ 4719037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0" fmla="*/ 7614819 w 7964917"/>
              <a:gd name="connsiteY0" fmla="*/ 4625329 h 5016456"/>
              <a:gd name="connsiteX1" fmla="*/ 6295036 w 7964917"/>
              <a:gd name="connsiteY1" fmla="*/ 4840094 h 5016456"/>
              <a:gd name="connsiteX2" fmla="*/ 5873978 w 7964917"/>
              <a:gd name="connsiteY2" fmla="*/ 4635681 h 5016456"/>
              <a:gd name="connsiteX3" fmla="*/ 4908200 w 7964917"/>
              <a:gd name="connsiteY3" fmla="*/ 4320645 h 5016456"/>
              <a:gd name="connsiteX4" fmla="*/ 4012453 w 7964917"/>
              <a:gd name="connsiteY4" fmla="*/ 4430992 h 5016456"/>
              <a:gd name="connsiteX5" fmla="*/ 3293564 w 7964917"/>
              <a:gd name="connsiteY5" fmla="*/ 4694916 h 5016456"/>
              <a:gd name="connsiteX6" fmla="*/ 900660 w 7964917"/>
              <a:gd name="connsiteY6" fmla="*/ 4775642 h 5016456"/>
              <a:gd name="connsiteX7" fmla="*/ 464143 w 7964917"/>
              <a:gd name="connsiteY7" fmla="*/ 4374943 h 5016456"/>
              <a:gd name="connsiteX8" fmla="*/ 100508 w 7964917"/>
              <a:gd name="connsiteY8" fmla="*/ 3580002 h 5016456"/>
              <a:gd name="connsiteX9" fmla="*/ 1210 w 7964917"/>
              <a:gd name="connsiteY9" fmla="*/ 2578945 h 5016456"/>
              <a:gd name="connsiteX10" fmla="*/ 500797 w 7964917"/>
              <a:gd name="connsiteY10" fmla="*/ 1384103 h 5016456"/>
              <a:gd name="connsiteX11" fmla="*/ 1318314 w 7964917"/>
              <a:gd name="connsiteY11" fmla="*/ 689794 h 5016456"/>
              <a:gd name="connsiteX12" fmla="*/ 1708401 w 7964917"/>
              <a:gd name="connsiteY12" fmla="*/ 472905 h 5016456"/>
              <a:gd name="connsiteX13" fmla="*/ 3848638 w 7964917"/>
              <a:gd name="connsiteY13" fmla="*/ 256 h 5016456"/>
              <a:gd name="connsiteX14" fmla="*/ 5854939 w 7964917"/>
              <a:gd name="connsiteY14" fmla="*/ 453958 h 5016456"/>
              <a:gd name="connsiteX15" fmla="*/ 7528125 w 7964917"/>
              <a:gd name="connsiteY15" fmla="*/ 1647586 h 5016456"/>
              <a:gd name="connsiteX16" fmla="*/ 7964917 w 7964917"/>
              <a:gd name="connsiteY16" fmla="*/ 2141444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15" fmla="*/ 7528125 w 7614819"/>
              <a:gd name="connsiteY15" fmla="*/ 1647586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0" fmla="*/ 7614819 w 7614819"/>
              <a:gd name="connsiteY0" fmla="*/ 4152424 h 4543551"/>
              <a:gd name="connsiteX1" fmla="*/ 6295036 w 7614819"/>
              <a:gd name="connsiteY1" fmla="*/ 4367189 h 4543551"/>
              <a:gd name="connsiteX2" fmla="*/ 5873978 w 7614819"/>
              <a:gd name="connsiteY2" fmla="*/ 4162776 h 4543551"/>
              <a:gd name="connsiteX3" fmla="*/ 4908200 w 7614819"/>
              <a:gd name="connsiteY3" fmla="*/ 3847740 h 4543551"/>
              <a:gd name="connsiteX4" fmla="*/ 4012453 w 7614819"/>
              <a:gd name="connsiteY4" fmla="*/ 3958087 h 4543551"/>
              <a:gd name="connsiteX5" fmla="*/ 3293564 w 7614819"/>
              <a:gd name="connsiteY5" fmla="*/ 4222011 h 4543551"/>
              <a:gd name="connsiteX6" fmla="*/ 900660 w 7614819"/>
              <a:gd name="connsiteY6" fmla="*/ 4302737 h 4543551"/>
              <a:gd name="connsiteX7" fmla="*/ 464143 w 7614819"/>
              <a:gd name="connsiteY7" fmla="*/ 3902038 h 4543551"/>
              <a:gd name="connsiteX8" fmla="*/ 100508 w 7614819"/>
              <a:gd name="connsiteY8" fmla="*/ 3107097 h 4543551"/>
              <a:gd name="connsiteX9" fmla="*/ 1210 w 7614819"/>
              <a:gd name="connsiteY9" fmla="*/ 2106040 h 4543551"/>
              <a:gd name="connsiteX10" fmla="*/ 500797 w 7614819"/>
              <a:gd name="connsiteY10" fmla="*/ 911198 h 4543551"/>
              <a:gd name="connsiteX11" fmla="*/ 1318314 w 7614819"/>
              <a:gd name="connsiteY11" fmla="*/ 216889 h 4543551"/>
              <a:gd name="connsiteX12" fmla="*/ 1708401 w 7614819"/>
              <a:gd name="connsiteY12" fmla="*/ 0 h 4543551"/>
              <a:gd name="connsiteX0" fmla="*/ 7614819 w 7614819"/>
              <a:gd name="connsiteY0" fmla="*/ 3935535 h 4326662"/>
              <a:gd name="connsiteX1" fmla="*/ 6295036 w 7614819"/>
              <a:gd name="connsiteY1" fmla="*/ 4150300 h 4326662"/>
              <a:gd name="connsiteX2" fmla="*/ 5873978 w 7614819"/>
              <a:gd name="connsiteY2" fmla="*/ 3945887 h 4326662"/>
              <a:gd name="connsiteX3" fmla="*/ 4908200 w 7614819"/>
              <a:gd name="connsiteY3" fmla="*/ 3630851 h 4326662"/>
              <a:gd name="connsiteX4" fmla="*/ 4012453 w 7614819"/>
              <a:gd name="connsiteY4" fmla="*/ 3741198 h 4326662"/>
              <a:gd name="connsiteX5" fmla="*/ 3293564 w 7614819"/>
              <a:gd name="connsiteY5" fmla="*/ 4005122 h 4326662"/>
              <a:gd name="connsiteX6" fmla="*/ 900660 w 7614819"/>
              <a:gd name="connsiteY6" fmla="*/ 4085848 h 4326662"/>
              <a:gd name="connsiteX7" fmla="*/ 464143 w 7614819"/>
              <a:gd name="connsiteY7" fmla="*/ 3685149 h 4326662"/>
              <a:gd name="connsiteX8" fmla="*/ 100508 w 7614819"/>
              <a:gd name="connsiteY8" fmla="*/ 2890208 h 4326662"/>
              <a:gd name="connsiteX9" fmla="*/ 1210 w 7614819"/>
              <a:gd name="connsiteY9" fmla="*/ 1889151 h 4326662"/>
              <a:gd name="connsiteX10" fmla="*/ 500797 w 7614819"/>
              <a:gd name="connsiteY10" fmla="*/ 694309 h 4326662"/>
              <a:gd name="connsiteX11" fmla="*/ 1318314 w 7614819"/>
              <a:gd name="connsiteY11" fmla="*/ 0 h 4326662"/>
              <a:gd name="connsiteX0" fmla="*/ 7614819 w 7614819"/>
              <a:gd name="connsiteY0" fmla="*/ 3241226 h 3632353"/>
              <a:gd name="connsiteX1" fmla="*/ 6295036 w 7614819"/>
              <a:gd name="connsiteY1" fmla="*/ 3455991 h 3632353"/>
              <a:gd name="connsiteX2" fmla="*/ 5873978 w 7614819"/>
              <a:gd name="connsiteY2" fmla="*/ 3251578 h 3632353"/>
              <a:gd name="connsiteX3" fmla="*/ 4908200 w 7614819"/>
              <a:gd name="connsiteY3" fmla="*/ 2936542 h 3632353"/>
              <a:gd name="connsiteX4" fmla="*/ 4012453 w 7614819"/>
              <a:gd name="connsiteY4" fmla="*/ 3046889 h 3632353"/>
              <a:gd name="connsiteX5" fmla="*/ 3293564 w 7614819"/>
              <a:gd name="connsiteY5" fmla="*/ 3310813 h 3632353"/>
              <a:gd name="connsiteX6" fmla="*/ 900660 w 7614819"/>
              <a:gd name="connsiteY6" fmla="*/ 3391539 h 3632353"/>
              <a:gd name="connsiteX7" fmla="*/ 464143 w 7614819"/>
              <a:gd name="connsiteY7" fmla="*/ 2990840 h 3632353"/>
              <a:gd name="connsiteX8" fmla="*/ 100508 w 7614819"/>
              <a:gd name="connsiteY8" fmla="*/ 2195899 h 3632353"/>
              <a:gd name="connsiteX9" fmla="*/ 1210 w 7614819"/>
              <a:gd name="connsiteY9" fmla="*/ 1194842 h 3632353"/>
              <a:gd name="connsiteX10" fmla="*/ 500797 w 7614819"/>
              <a:gd name="connsiteY10" fmla="*/ 0 h 3632353"/>
              <a:gd name="connsiteX0" fmla="*/ 7614819 w 7614819"/>
              <a:gd name="connsiteY0" fmla="*/ 2046384 h 2437511"/>
              <a:gd name="connsiteX1" fmla="*/ 6295036 w 7614819"/>
              <a:gd name="connsiteY1" fmla="*/ 2261149 h 2437511"/>
              <a:gd name="connsiteX2" fmla="*/ 5873978 w 7614819"/>
              <a:gd name="connsiteY2" fmla="*/ 2056736 h 2437511"/>
              <a:gd name="connsiteX3" fmla="*/ 4908200 w 7614819"/>
              <a:gd name="connsiteY3" fmla="*/ 1741700 h 2437511"/>
              <a:gd name="connsiteX4" fmla="*/ 4012453 w 7614819"/>
              <a:gd name="connsiteY4" fmla="*/ 1852047 h 2437511"/>
              <a:gd name="connsiteX5" fmla="*/ 3293564 w 7614819"/>
              <a:gd name="connsiteY5" fmla="*/ 2115971 h 2437511"/>
              <a:gd name="connsiteX6" fmla="*/ 900660 w 7614819"/>
              <a:gd name="connsiteY6" fmla="*/ 2196697 h 2437511"/>
              <a:gd name="connsiteX7" fmla="*/ 464143 w 7614819"/>
              <a:gd name="connsiteY7" fmla="*/ 1795998 h 2437511"/>
              <a:gd name="connsiteX8" fmla="*/ 100508 w 7614819"/>
              <a:gd name="connsiteY8" fmla="*/ 1001057 h 2437511"/>
              <a:gd name="connsiteX9" fmla="*/ 1210 w 7614819"/>
              <a:gd name="connsiteY9" fmla="*/ 0 h 2437511"/>
              <a:gd name="connsiteX0" fmla="*/ 7514311 w 7514311"/>
              <a:gd name="connsiteY0" fmla="*/ 1045327 h 1436454"/>
              <a:gd name="connsiteX1" fmla="*/ 6194528 w 7514311"/>
              <a:gd name="connsiteY1" fmla="*/ 1260092 h 1436454"/>
              <a:gd name="connsiteX2" fmla="*/ 5773470 w 7514311"/>
              <a:gd name="connsiteY2" fmla="*/ 1055679 h 1436454"/>
              <a:gd name="connsiteX3" fmla="*/ 4807692 w 7514311"/>
              <a:gd name="connsiteY3" fmla="*/ 740643 h 1436454"/>
              <a:gd name="connsiteX4" fmla="*/ 3911945 w 7514311"/>
              <a:gd name="connsiteY4" fmla="*/ 850990 h 1436454"/>
              <a:gd name="connsiteX5" fmla="*/ 3193056 w 7514311"/>
              <a:gd name="connsiteY5" fmla="*/ 1114914 h 1436454"/>
              <a:gd name="connsiteX6" fmla="*/ 800152 w 7514311"/>
              <a:gd name="connsiteY6" fmla="*/ 1195640 h 1436454"/>
              <a:gd name="connsiteX7" fmla="*/ 363635 w 7514311"/>
              <a:gd name="connsiteY7" fmla="*/ 794941 h 1436454"/>
              <a:gd name="connsiteX8" fmla="*/ 0 w 7514311"/>
              <a:gd name="connsiteY8" fmla="*/ 0 h 1436454"/>
              <a:gd name="connsiteX0" fmla="*/ 7150676 w 7150676"/>
              <a:gd name="connsiteY0" fmla="*/ 311933 h 703060"/>
              <a:gd name="connsiteX1" fmla="*/ 5830893 w 7150676"/>
              <a:gd name="connsiteY1" fmla="*/ 526698 h 703060"/>
              <a:gd name="connsiteX2" fmla="*/ 5409835 w 7150676"/>
              <a:gd name="connsiteY2" fmla="*/ 322285 h 703060"/>
              <a:gd name="connsiteX3" fmla="*/ 4444057 w 7150676"/>
              <a:gd name="connsiteY3" fmla="*/ 7249 h 703060"/>
              <a:gd name="connsiteX4" fmla="*/ 3548310 w 7150676"/>
              <a:gd name="connsiteY4" fmla="*/ 117596 h 703060"/>
              <a:gd name="connsiteX5" fmla="*/ 2829421 w 7150676"/>
              <a:gd name="connsiteY5" fmla="*/ 381520 h 703060"/>
              <a:gd name="connsiteX6" fmla="*/ 436517 w 7150676"/>
              <a:gd name="connsiteY6" fmla="*/ 462246 h 703060"/>
              <a:gd name="connsiteX7" fmla="*/ 0 w 7150676"/>
              <a:gd name="connsiteY7" fmla="*/ 61547 h 703060"/>
              <a:gd name="connsiteX0" fmla="*/ 6714159 w 6714159"/>
              <a:gd name="connsiteY0" fmla="*/ 311933 h 703060"/>
              <a:gd name="connsiteX1" fmla="*/ 5394376 w 6714159"/>
              <a:gd name="connsiteY1" fmla="*/ 526698 h 703060"/>
              <a:gd name="connsiteX2" fmla="*/ 4973318 w 6714159"/>
              <a:gd name="connsiteY2" fmla="*/ 322285 h 703060"/>
              <a:gd name="connsiteX3" fmla="*/ 4007540 w 6714159"/>
              <a:gd name="connsiteY3" fmla="*/ 7249 h 703060"/>
              <a:gd name="connsiteX4" fmla="*/ 3111793 w 6714159"/>
              <a:gd name="connsiteY4" fmla="*/ 117596 h 703060"/>
              <a:gd name="connsiteX5" fmla="*/ 2392904 w 6714159"/>
              <a:gd name="connsiteY5" fmla="*/ 381520 h 703060"/>
              <a:gd name="connsiteX6" fmla="*/ 0 w 6714159"/>
              <a:gd name="connsiteY6" fmla="*/ 462246 h 703060"/>
              <a:gd name="connsiteX0" fmla="*/ 5394376 w 5394376"/>
              <a:gd name="connsiteY0" fmla="*/ 526698 h 703060"/>
              <a:gd name="connsiteX1" fmla="*/ 4973318 w 5394376"/>
              <a:gd name="connsiteY1" fmla="*/ 322285 h 703060"/>
              <a:gd name="connsiteX2" fmla="*/ 4007540 w 5394376"/>
              <a:gd name="connsiteY2" fmla="*/ 7249 h 703060"/>
              <a:gd name="connsiteX3" fmla="*/ 3111793 w 5394376"/>
              <a:gd name="connsiteY3" fmla="*/ 117596 h 703060"/>
              <a:gd name="connsiteX4" fmla="*/ 2392904 w 5394376"/>
              <a:gd name="connsiteY4" fmla="*/ 381520 h 703060"/>
              <a:gd name="connsiteX5" fmla="*/ 0 w 5394376"/>
              <a:gd name="connsiteY5" fmla="*/ 462246 h 70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376" h="703060">
                <a:moveTo>
                  <a:pt x="5394376" y="526698"/>
                </a:moveTo>
                <a:cubicBezTo>
                  <a:pt x="5241050" y="478413"/>
                  <a:pt x="5109010" y="397994"/>
                  <a:pt x="4973318" y="322285"/>
                </a:cubicBezTo>
                <a:cubicBezTo>
                  <a:pt x="4680067" y="158551"/>
                  <a:pt x="4365351" y="38293"/>
                  <a:pt x="4007540" y="7249"/>
                </a:cubicBezTo>
                <a:cubicBezTo>
                  <a:pt x="3706313" y="-19002"/>
                  <a:pt x="3408264" y="27934"/>
                  <a:pt x="3111793" y="117596"/>
                </a:cubicBezTo>
                <a:cubicBezTo>
                  <a:pt x="2780722" y="217729"/>
                  <a:pt x="2591498" y="300462"/>
                  <a:pt x="2392904" y="381520"/>
                </a:cubicBezTo>
                <a:cubicBezTo>
                  <a:pt x="2172204" y="471631"/>
                  <a:pt x="862669" y="1006013"/>
                  <a:pt x="0" y="46224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/>
            </a:lvl2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/>
            </a:lvl2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/>
            </a:lvl2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/>
            </a:lvl2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800"/>
            </a:lvl2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 rtlCol="0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	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 rtlCol="0"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lang="en-GB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lang="en-GB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lang="en-GB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GB"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GB"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 rtlCol="0"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lang="en-GB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lang="en-GB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lang="en-GB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 rtlCol="0"/>
          <a:lstStyle>
            <a:lvl1pPr>
              <a:defRPr lang="en-GB" sz="4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28D144-1FB6-D637-B87C-40F583744264}"/>
              </a:ext>
            </a:extLst>
          </p:cNvPr>
          <p:cNvSpPr/>
          <p:nvPr userDrawn="1"/>
        </p:nvSpPr>
        <p:spPr>
          <a:xfrm>
            <a:off x="621728" y="4724605"/>
            <a:ext cx="8993194" cy="2133395"/>
          </a:xfrm>
          <a:custGeom>
            <a:avLst/>
            <a:gdLst>
              <a:gd name="connsiteX0" fmla="*/ 5641082 w 8993194"/>
              <a:gd name="connsiteY0" fmla="*/ 28 h 2133395"/>
              <a:gd name="connsiteX1" fmla="*/ 7193214 w 8993194"/>
              <a:gd name="connsiteY1" fmla="*/ 351682 h 2133395"/>
              <a:gd name="connsiteX2" fmla="*/ 8571267 w 8993194"/>
              <a:gd name="connsiteY2" fmla="*/ 1470873 h 2133395"/>
              <a:gd name="connsiteX3" fmla="*/ 8974398 w 8993194"/>
              <a:gd name="connsiteY3" fmla="*/ 2088483 h 2133395"/>
              <a:gd name="connsiteX4" fmla="*/ 8993194 w 8993194"/>
              <a:gd name="connsiteY4" fmla="*/ 2133395 h 2133395"/>
              <a:gd name="connsiteX5" fmla="*/ 0 w 8993194"/>
              <a:gd name="connsiteY5" fmla="*/ 2133395 h 2133395"/>
              <a:gd name="connsiteX6" fmla="*/ 11196 w 8993194"/>
              <a:gd name="connsiteY6" fmla="*/ 2060835 h 2133395"/>
              <a:gd name="connsiteX7" fmla="*/ 69995 w 8993194"/>
              <a:gd name="connsiteY7" fmla="*/ 1875975 h 2133395"/>
              <a:gd name="connsiteX8" fmla="*/ 2326551 w 8993194"/>
              <a:gd name="connsiteY8" fmla="*/ 649790 h 2133395"/>
              <a:gd name="connsiteX9" fmla="*/ 5641082 w 8993194"/>
              <a:gd name="connsiteY9" fmla="*/ 28 h 213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194" h="2133395">
                <a:moveTo>
                  <a:pt x="5641082" y="28"/>
                </a:moveTo>
                <a:cubicBezTo>
                  <a:pt x="6185920" y="1961"/>
                  <a:pt x="6687031" y="105621"/>
                  <a:pt x="7193214" y="351682"/>
                </a:cubicBezTo>
                <a:cubicBezTo>
                  <a:pt x="7883521" y="687280"/>
                  <a:pt x="8326622" y="1163018"/>
                  <a:pt x="8571267" y="1470873"/>
                </a:cubicBezTo>
                <a:cubicBezTo>
                  <a:pt x="8698040" y="1621267"/>
                  <a:pt x="8852271" y="1830686"/>
                  <a:pt x="8974398" y="2088483"/>
                </a:cubicBezTo>
                <a:lnTo>
                  <a:pt x="8993194" y="2133395"/>
                </a:lnTo>
                <a:lnTo>
                  <a:pt x="0" y="2133395"/>
                </a:lnTo>
                <a:lnTo>
                  <a:pt x="11196" y="2060835"/>
                </a:lnTo>
                <a:cubicBezTo>
                  <a:pt x="25372" y="1999506"/>
                  <a:pt x="44664" y="1937726"/>
                  <a:pt x="69995" y="1875975"/>
                </a:cubicBezTo>
                <a:cubicBezTo>
                  <a:pt x="225713" y="1496052"/>
                  <a:pt x="611237" y="1115228"/>
                  <a:pt x="2326551" y="649790"/>
                </a:cubicBezTo>
                <a:cubicBezTo>
                  <a:pt x="3703485" y="276164"/>
                  <a:pt x="4733017" y="-3192"/>
                  <a:pt x="5641082" y="28"/>
                </a:cubicBezTo>
                <a:close/>
              </a:path>
            </a:pathLst>
          </a:custGeom>
          <a:solidFill>
            <a:schemeClr val="tx2">
              <a:alpha val="73000"/>
            </a:schemeClr>
          </a:solidFill>
          <a:ln w="320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C9BA38-182F-E517-B1E9-240E6B50C03F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775177 w 12192000"/>
              <a:gd name="connsiteY1" fmla="*/ 0 h 6858000"/>
              <a:gd name="connsiteX2" fmla="*/ 7219800 w 12192000"/>
              <a:gd name="connsiteY2" fmla="*/ 111673 h 6858000"/>
              <a:gd name="connsiteX3" fmla="*/ 11749026 w 12192000"/>
              <a:gd name="connsiteY3" fmla="*/ 1996374 h 6858000"/>
              <a:gd name="connsiteX4" fmla="*/ 12192000 w 12192000"/>
              <a:gd name="connsiteY4" fmla="*/ 2276886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775177" y="0"/>
                </a:lnTo>
                <a:lnTo>
                  <a:pt x="7219800" y="111673"/>
                </a:lnTo>
                <a:cubicBezTo>
                  <a:pt x="8893020" y="564143"/>
                  <a:pt x="10439967" y="1209336"/>
                  <a:pt x="11749026" y="1996374"/>
                </a:cubicBezTo>
                <a:lnTo>
                  <a:pt x="12192000" y="2276886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62000"/>
            </a:schemeClr>
          </a:solidFill>
          <a:ln w="1001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3529584" cy="402336"/>
          </a:xfrm>
        </p:spPr>
        <p:txBody>
          <a:bodyPr rtlCol="0" anchor="ctr">
            <a:normAutofit/>
          </a:bodyPr>
          <a:lstStyle>
            <a:lvl1pPr marL="0" indent="0">
              <a:buNone/>
              <a:defRPr lang="en-GB"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505075"/>
            <a:ext cx="2944368" cy="3684588"/>
          </a:xfrm>
        </p:spPr>
        <p:txBody>
          <a:bodyPr rtlCol="0"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lang="en-GB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lang="en-GB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lang="en-GB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2312" y="1911096"/>
            <a:ext cx="3529584" cy="402336"/>
          </a:xfrm>
        </p:spPr>
        <p:txBody>
          <a:bodyPr rtlCol="0" anchor="ctr">
            <a:normAutofit/>
          </a:bodyPr>
          <a:lstStyle>
            <a:lvl1pPr marL="0" indent="0">
              <a:buNone/>
              <a:defRPr lang="en-GB"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312" y="2505075"/>
            <a:ext cx="2944368" cy="3684588"/>
          </a:xfrm>
        </p:spPr>
        <p:txBody>
          <a:bodyPr rtlCol="0"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lang="en-GB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lang="en-GB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lang="en-GB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 rtlCol="0"/>
          <a:lstStyle>
            <a:lvl1pPr>
              <a:defRPr lang="en-GB" sz="4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	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536" y="1911096"/>
            <a:ext cx="2944368" cy="402336"/>
          </a:xfrm>
        </p:spPr>
        <p:txBody>
          <a:bodyPr rtlCol="0" anchor="ctr">
            <a:normAutofit/>
          </a:bodyPr>
          <a:lstStyle>
            <a:lvl1pPr marL="0" indent="0">
              <a:buNone/>
              <a:defRPr lang="en-GB"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60536" y="2492438"/>
            <a:ext cx="2944368" cy="3684588"/>
          </a:xfrm>
        </p:spPr>
        <p:txBody>
          <a:bodyPr rtlCol="0"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lang="en-GB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lang="en-GB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lang="en-GB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</a:extLst>
          </p:cNvPr>
          <p:cNvSpPr/>
          <p:nvPr userDrawn="1"/>
        </p:nvSpPr>
        <p:spPr>
          <a:xfrm>
            <a:off x="6323595" y="0"/>
            <a:ext cx="5868404" cy="6164034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/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000"/>
            </a:lvl4pPr>
            <a:lvl5pPr marL="1828800" indent="0">
              <a:buNone/>
              <a:defRPr lang="en-GB" sz="1000"/>
            </a:lvl5pPr>
            <a:lvl6pPr marL="2286000" indent="0">
              <a:buNone/>
              <a:defRPr lang="en-GB" sz="1000"/>
            </a:lvl6pPr>
            <a:lvl7pPr marL="2743200" indent="0">
              <a:buNone/>
              <a:defRPr lang="en-GB" sz="1000"/>
            </a:lvl7pPr>
            <a:lvl8pPr marL="3200400" indent="0">
              <a:buNone/>
              <a:defRPr lang="en-GB" sz="1000"/>
            </a:lvl8pPr>
            <a:lvl9pPr marL="3657600" indent="0">
              <a:buNone/>
              <a:defRPr lang="en-GB" sz="1000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rtlCol="0" anchor="b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3200"/>
            </a:lvl1pPr>
            <a:lvl2pPr marL="457200" indent="0">
              <a:buNone/>
              <a:defRPr lang="en-GB" sz="2800"/>
            </a:lvl2pPr>
            <a:lvl3pPr marL="914400" indent="0">
              <a:buNone/>
              <a:defRPr lang="en-GB" sz="2400"/>
            </a:lvl3pPr>
            <a:lvl4pPr marL="1371600" indent="0">
              <a:buNone/>
              <a:defRPr lang="en-GB" sz="2000"/>
            </a:lvl4pPr>
            <a:lvl5pPr marL="1828800" indent="0">
              <a:buNone/>
              <a:defRPr lang="en-GB" sz="2000"/>
            </a:lvl5pPr>
            <a:lvl6pPr marL="2286000" indent="0">
              <a:buNone/>
              <a:defRPr lang="en-GB" sz="2000"/>
            </a:lvl6pPr>
            <a:lvl7pPr marL="2743200" indent="0">
              <a:buNone/>
              <a:defRPr lang="en-GB" sz="2000"/>
            </a:lvl7pPr>
            <a:lvl8pPr marL="3200400" indent="0">
              <a:buNone/>
              <a:defRPr lang="en-GB" sz="2000"/>
            </a:lvl8pPr>
            <a:lvl9pPr marL="3657600" indent="0">
              <a:buNone/>
              <a:defRPr lang="en-GB" sz="2000"/>
            </a:lvl9pPr>
          </a:lstStyle>
          <a:p>
            <a:pPr rtl="0"/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C3B985-E244-9B94-5C9B-8ED7DCD699F7}"/>
              </a:ext>
            </a:extLst>
          </p:cNvPr>
          <p:cNvSpPr/>
          <p:nvPr userDrawn="1"/>
        </p:nvSpPr>
        <p:spPr>
          <a:xfrm>
            <a:off x="0" y="2090206"/>
            <a:ext cx="5025692" cy="4767794"/>
          </a:xfrm>
          <a:custGeom>
            <a:avLst/>
            <a:gdLst>
              <a:gd name="connsiteX0" fmla="*/ 0 w 5025692"/>
              <a:gd name="connsiteY0" fmla="*/ 0 h 4767794"/>
              <a:gd name="connsiteX1" fmla="*/ 83822 w 5025692"/>
              <a:gd name="connsiteY1" fmla="*/ 8977 h 4767794"/>
              <a:gd name="connsiteX2" fmla="*/ 1007423 w 5025692"/>
              <a:gd name="connsiteY2" fmla="*/ 603530 h 4767794"/>
              <a:gd name="connsiteX3" fmla="*/ 1196014 w 5025692"/>
              <a:gd name="connsiteY3" fmla="*/ 998698 h 4767794"/>
              <a:gd name="connsiteX4" fmla="*/ 1720031 w 5025692"/>
              <a:gd name="connsiteY4" fmla="*/ 1792671 h 4767794"/>
              <a:gd name="connsiteX5" fmla="*/ 2445357 w 5025692"/>
              <a:gd name="connsiteY5" fmla="*/ 2234883 h 4767794"/>
              <a:gd name="connsiteX6" fmla="*/ 3131728 w 5025692"/>
              <a:gd name="connsiteY6" fmla="*/ 2461621 h 4767794"/>
              <a:gd name="connsiteX7" fmla="*/ 4942117 w 5025692"/>
              <a:gd name="connsiteY7" fmla="*/ 3799387 h 4767794"/>
              <a:gd name="connsiteX8" fmla="*/ 5025401 w 5025692"/>
              <a:gd name="connsiteY8" fmla="*/ 4347030 h 4767794"/>
              <a:gd name="connsiteX9" fmla="*/ 4964911 w 5025692"/>
              <a:gd name="connsiteY9" fmla="*/ 4754079 h 4767794"/>
              <a:gd name="connsiteX10" fmla="*/ 4960464 w 5025692"/>
              <a:gd name="connsiteY10" fmla="*/ 4767794 h 4767794"/>
              <a:gd name="connsiteX11" fmla="*/ 0 w 5025692"/>
              <a:gd name="connsiteY11" fmla="*/ 4767794 h 47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25692" h="4767794">
                <a:moveTo>
                  <a:pt x="0" y="0"/>
                </a:moveTo>
                <a:lnTo>
                  <a:pt x="83822" y="8977"/>
                </a:lnTo>
                <a:cubicBezTo>
                  <a:pt x="481513" y="73066"/>
                  <a:pt x="786941" y="276937"/>
                  <a:pt x="1007423" y="603530"/>
                </a:cubicBezTo>
                <a:cubicBezTo>
                  <a:pt x="1091644" y="728317"/>
                  <a:pt x="1141084" y="864163"/>
                  <a:pt x="1196014" y="998698"/>
                </a:cubicBezTo>
                <a:cubicBezTo>
                  <a:pt x="1314658" y="1289535"/>
                  <a:pt x="1474956" y="1561126"/>
                  <a:pt x="1720031" y="1792671"/>
                </a:cubicBezTo>
                <a:cubicBezTo>
                  <a:pt x="1926283" y="1987685"/>
                  <a:pt x="2173702" y="2127358"/>
                  <a:pt x="2445357" y="2234883"/>
                </a:cubicBezTo>
                <a:cubicBezTo>
                  <a:pt x="2748724" y="2354951"/>
                  <a:pt x="2937273" y="2404939"/>
                  <a:pt x="3131728" y="2461621"/>
                </a:cubicBezTo>
                <a:cubicBezTo>
                  <a:pt x="3347847" y="2524590"/>
                  <a:pt x="4630019" y="2898435"/>
                  <a:pt x="4942117" y="3799387"/>
                </a:cubicBezTo>
                <a:cubicBezTo>
                  <a:pt x="5026156" y="4042026"/>
                  <a:pt x="5026847" y="4283761"/>
                  <a:pt x="5025401" y="4347030"/>
                </a:cubicBezTo>
                <a:cubicBezTo>
                  <a:pt x="5022168" y="4486810"/>
                  <a:pt x="5000521" y="4622184"/>
                  <a:pt x="4964911" y="4754079"/>
                </a:cubicBezTo>
                <a:lnTo>
                  <a:pt x="4960464" y="4767794"/>
                </a:lnTo>
                <a:lnTo>
                  <a:pt x="0" y="4767794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70432"/>
            <a:ext cx="9144000" cy="2387600"/>
          </a:xfrm>
        </p:spPr>
        <p:txBody>
          <a:bodyPr rtlCol="0" anchor="b"/>
          <a:lstStyle>
            <a:lvl1pPr algn="ctr">
              <a:defRPr lang="en-GB" sz="60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lang="en-GB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n-GB" sz="2000"/>
            </a:lvl2pPr>
            <a:lvl3pPr marL="914400" indent="0" algn="ctr">
              <a:buNone/>
              <a:defRPr lang="en-GB" sz="1800"/>
            </a:lvl3pPr>
            <a:lvl4pPr marL="1371600" indent="0" algn="ctr">
              <a:buNone/>
              <a:defRPr lang="en-GB" sz="1600"/>
            </a:lvl4pPr>
            <a:lvl5pPr marL="1828800" indent="0" algn="ctr">
              <a:buNone/>
              <a:defRPr lang="en-GB" sz="1600"/>
            </a:lvl5pPr>
            <a:lvl6pPr marL="2286000" indent="0" algn="ctr">
              <a:buNone/>
              <a:defRPr lang="en-GB" sz="1600"/>
            </a:lvl6pPr>
            <a:lvl7pPr marL="2743200" indent="0" algn="ctr">
              <a:buNone/>
              <a:defRPr lang="en-GB" sz="1600"/>
            </a:lvl7pPr>
            <a:lvl8pPr marL="3200400" indent="0" algn="ctr">
              <a:buNone/>
              <a:defRPr lang="en-GB" sz="1600"/>
            </a:lvl8pPr>
            <a:lvl9pPr marL="3657600" indent="0" algn="ctr">
              <a:buNone/>
              <a:defRPr lang="en-GB" sz="1600"/>
            </a:lvl9pPr>
          </a:lstStyle>
          <a:p>
            <a:pPr rtl="0"/>
            <a:r>
              <a:rPr lang="en-GB"/>
              <a:t>Click to edit Master subtitle style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01FE67-785F-1A9A-BBBD-4F9A419AC158}"/>
              </a:ext>
            </a:extLst>
          </p:cNvPr>
          <p:cNvSpPr/>
          <p:nvPr userDrawn="1"/>
        </p:nvSpPr>
        <p:spPr>
          <a:xfrm>
            <a:off x="6173514" y="1"/>
            <a:ext cx="6018487" cy="5788889"/>
          </a:xfrm>
          <a:custGeom>
            <a:avLst/>
            <a:gdLst>
              <a:gd name="connsiteX0" fmla="*/ 156534 w 6018487"/>
              <a:gd name="connsiteY0" fmla="*/ 0 h 5788889"/>
              <a:gd name="connsiteX1" fmla="*/ 6018487 w 6018487"/>
              <a:gd name="connsiteY1" fmla="*/ 0 h 5788889"/>
              <a:gd name="connsiteX2" fmla="*/ 6018487 w 6018487"/>
              <a:gd name="connsiteY2" fmla="*/ 5323590 h 5788889"/>
              <a:gd name="connsiteX3" fmla="*/ 5932782 w 6018487"/>
              <a:gd name="connsiteY3" fmla="*/ 5397450 h 5788889"/>
              <a:gd name="connsiteX4" fmla="*/ 891863 w 6018487"/>
              <a:gd name="connsiteY4" fmla="*/ 3868392 h 5788889"/>
              <a:gd name="connsiteX5" fmla="*/ 113848 w 6018487"/>
              <a:gd name="connsiteY5" fmla="*/ 143186 h 578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18487" h="5788889">
                <a:moveTo>
                  <a:pt x="156534" y="0"/>
                </a:moveTo>
                <a:lnTo>
                  <a:pt x="6018487" y="0"/>
                </a:lnTo>
                <a:lnTo>
                  <a:pt x="6018487" y="5323590"/>
                </a:lnTo>
                <a:lnTo>
                  <a:pt x="5932782" y="5397450"/>
                </a:lnTo>
                <a:cubicBezTo>
                  <a:pt x="4753122" y="6286614"/>
                  <a:pt x="2167835" y="5612225"/>
                  <a:pt x="891863" y="3868392"/>
                </a:cubicBezTo>
                <a:cubicBezTo>
                  <a:pt x="139136" y="2839633"/>
                  <a:pt x="-193253" y="1390444"/>
                  <a:pt x="113848" y="143186"/>
                </a:cubicBez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rtlCol="0" anchor="b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rtlCol="0" anchor="b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E289D-5AB0-EF69-573E-509925B56AD3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B8D33D-94BC-23EE-0691-9CC4E4CFE33B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en-GB" sz="32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lang="en-GB" sz="3200"/>
            </a:lvl1pPr>
            <a:lvl2pPr>
              <a:defRPr lang="en-GB" sz="2800"/>
            </a:lvl2pPr>
            <a:lvl3pPr>
              <a:defRPr lang="en-GB" sz="2400"/>
            </a:lvl3pPr>
            <a:lvl4pPr>
              <a:defRPr lang="en-GB" sz="2000"/>
            </a:lvl4pPr>
            <a:lvl5pPr>
              <a:defRPr lang="en-GB" sz="2000"/>
            </a:lvl5pPr>
            <a:lvl6pPr>
              <a:defRPr lang="en-GB" sz="2000"/>
            </a:lvl6pPr>
            <a:lvl7pPr>
              <a:defRPr lang="en-GB" sz="2000"/>
            </a:lvl7pPr>
            <a:lvl8pPr>
              <a:defRPr lang="en-GB" sz="2000"/>
            </a:lvl8pPr>
            <a:lvl9pPr>
              <a:defRPr lang="en-GB" sz="200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en-GB" sz="1600"/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000"/>
            </a:lvl4pPr>
            <a:lvl5pPr marL="1828800" indent="0">
              <a:buNone/>
              <a:defRPr lang="en-GB" sz="1000"/>
            </a:lvl5pPr>
            <a:lvl6pPr marL="2286000" indent="0">
              <a:buNone/>
              <a:defRPr lang="en-GB" sz="1000"/>
            </a:lvl6pPr>
            <a:lvl7pPr marL="2743200" indent="0">
              <a:buNone/>
              <a:defRPr lang="en-GB" sz="1000"/>
            </a:lvl7pPr>
            <a:lvl8pPr marL="3200400" indent="0">
              <a:buNone/>
              <a:defRPr lang="en-GB" sz="1000"/>
            </a:lvl8pPr>
            <a:lvl9pPr marL="3657600" indent="0">
              <a:buNone/>
              <a:defRPr lang="en-GB" sz="1000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GB"/>
            </a:def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GB"/>
            </a:def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GB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GB" sz="1400">
                <a:solidFill>
                  <a:schemeClr val="tx1"/>
                </a:solidFill>
              </a:defRPr>
            </a:lvl1pPr>
          </a:lstStyle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2828"/>
            <a:ext cx="9144000" cy="2387600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5400" dirty="0"/>
              <a:t>Using Different Statistical Methods to Identify Insurance Fraud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2251-7AFE-1B36-778C-D116EDBB7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5769"/>
            <a:ext cx="9144000" cy="1655762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Sage Stubbs (os331)</a:t>
            </a:r>
          </a:p>
        </p:txBody>
      </p:sp>
    </p:spTree>
    <p:extLst>
      <p:ext uri="{BB962C8B-B14F-4D97-AF65-F5344CB8AC3E}">
        <p14:creationId xmlns:p14="http://schemas.microsoft.com/office/powerpoint/2010/main" val="4175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FB7D22-5F3C-D316-040A-B0F7DABC72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dirty="0"/>
              <a:t>Why this problem matters</a:t>
            </a:r>
          </a:p>
          <a:p>
            <a:r>
              <a:rPr lang="en-GB" dirty="0"/>
              <a:t>Insurance fraud leads to significant financial loss and higher premiums.</a:t>
            </a:r>
          </a:p>
          <a:p>
            <a:r>
              <a:rPr lang="en-GB" dirty="0"/>
              <a:t>Manual fraud detection is expensive and inefficient.</a:t>
            </a:r>
          </a:p>
          <a:p>
            <a:r>
              <a:rPr lang="en-GB" dirty="0"/>
              <a:t>Data-driven classification models are being used more and more to support decision-making.</a:t>
            </a:r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6E0D2-9E0A-1FCC-0462-004904155E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dirty="0"/>
              <a:t>Background</a:t>
            </a:r>
          </a:p>
          <a:p>
            <a:r>
              <a:rPr lang="en-GB" dirty="0"/>
              <a:t>Classic statistical models (such as logistic regression) are widely used in the industry.</a:t>
            </a:r>
          </a:p>
          <a:p>
            <a:r>
              <a:rPr lang="en-GB" dirty="0"/>
              <a:t>Machine learning and deep learning offer more flexibility but are harder to understand.</a:t>
            </a:r>
          </a:p>
          <a:p>
            <a:r>
              <a:rPr lang="en-GB" dirty="0"/>
              <a:t>It is unclear whether modern methods really improve results.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B9EE2-3ADD-F3AA-AC99-20931D9A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4424" y="6464808"/>
            <a:ext cx="1131450" cy="310896"/>
          </a:xfrm>
        </p:spPr>
        <p:txBody>
          <a:bodyPr/>
          <a:lstStyle/>
          <a:p>
            <a:pPr rtl="0"/>
            <a:r>
              <a:rPr lang="en-GB" dirty="0"/>
              <a:t>Sage Stubbs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EBCC7-A7EA-E514-6277-2C1A6B02A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dirty="0"/>
              <a:t>Classification Methods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F7398-6C48-1EC0-A190-60604F11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t>2</a:t>
            </a:fld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6FA79F2-24E6-422F-7969-84DFECF9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704088"/>
            <a:ext cx="9321908" cy="676656"/>
          </a:xfrm>
        </p:spPr>
        <p:txBody>
          <a:bodyPr/>
          <a:lstStyle/>
          <a:p>
            <a:r>
              <a:rPr lang="en-GB" dirty="0"/>
              <a:t>Motivation &amp; Background</a:t>
            </a:r>
          </a:p>
        </p:txBody>
      </p:sp>
    </p:spTree>
    <p:extLst>
      <p:ext uri="{BB962C8B-B14F-4D97-AF65-F5344CB8AC3E}">
        <p14:creationId xmlns:p14="http://schemas.microsoft.com/office/powerpoint/2010/main" val="107795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4362B-B73A-CB47-22E5-D54748425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1" y="1686553"/>
            <a:ext cx="4969666" cy="437653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sz="3200" b="1" dirty="0"/>
              <a:t>Research Question</a:t>
            </a:r>
          </a:p>
          <a:p>
            <a:pPr>
              <a:spcAft>
                <a:spcPts val="600"/>
              </a:spcAft>
            </a:pPr>
            <a:r>
              <a:rPr lang="en-GB" sz="2000" dirty="0"/>
              <a:t>Can we accurately identify fraudulent insurance claims using classic statistical methods and modern machine learning techniques?</a:t>
            </a:r>
          </a:p>
          <a:p>
            <a:pPr>
              <a:spcAft>
                <a:spcPts val="600"/>
              </a:spcAft>
            </a:pPr>
            <a:r>
              <a:rPr lang="en-GB" sz="3200" b="1" dirty="0"/>
              <a:t>Objectives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Compare classic and modern classification models.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Evaluate performance under class imbalance.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Assess trade-offs between accuracy and interpretability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B49B-315C-0034-C62B-44DE1AF6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sz="1300"/>
              <a:t>Sage Stubbs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1B1BF-8DB9-EC42-84E0-3FB41246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/>
              <a:t>Classification Methods Project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0BBD1-A096-53E3-2284-06E656AF7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664" y="6464808"/>
            <a:ext cx="987552" cy="310896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58FB4751-880F-D840-AAA9-3A15815CC996}" type="slidenum">
              <a:rPr lang="en-GB" smtClean="0"/>
              <a:pPr rtl="0"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67AA2B-EEEF-F16E-BC56-2957FAE97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704088"/>
            <a:ext cx="9144000" cy="676656"/>
          </a:xfrm>
        </p:spPr>
        <p:txBody>
          <a:bodyPr anchor="b">
            <a:normAutofit/>
          </a:bodyPr>
          <a:lstStyle/>
          <a:p>
            <a:r>
              <a:rPr lang="en-GB" sz="4100" dirty="0"/>
              <a:t>Research Question &amp; Objectives</a:t>
            </a:r>
          </a:p>
        </p:txBody>
      </p:sp>
      <p:pic>
        <p:nvPicPr>
          <p:cNvPr id="9" name="Picture Placeholder 8" descr="Rocks by the beach">
            <a:extLst>
              <a:ext uri="{FF2B5EF4-FFF2-40B4-BE49-F238E27FC236}">
                <a16:creationId xmlns:a16="http://schemas.microsoft.com/office/drawing/2014/main" id="{33235200-7CFE-3858-C390-FBA08C6AC44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0055" r="18891" b="-1"/>
          <a:stretch>
            <a:fillRect/>
          </a:stretch>
        </p:blipFill>
        <p:spPr>
          <a:xfrm>
            <a:off x="6646264" y="10"/>
            <a:ext cx="5545736" cy="6063082"/>
          </a:xfrm>
          <a:noFill/>
        </p:spPr>
      </p:pic>
    </p:spTree>
    <p:extLst>
      <p:ext uri="{BB962C8B-B14F-4D97-AF65-F5344CB8AC3E}">
        <p14:creationId xmlns:p14="http://schemas.microsoft.com/office/powerpoint/2010/main" val="464437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35BD8A-5576-74D5-5EBF-4AA3E118B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265D-14D0-DE7C-83C0-EC748118C4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Insurance Fraud Detection dataset from Kaggle.</a:t>
            </a:r>
          </a:p>
          <a:p>
            <a:r>
              <a:rPr lang="en-GB" sz="2000" dirty="0"/>
              <a:t>Around 1,000 insurance claims analysed in the dataset.</a:t>
            </a:r>
          </a:p>
          <a:p>
            <a:r>
              <a:rPr lang="en-GB" sz="2000" dirty="0"/>
              <a:t>Binary outcome: was a claim reported to be fraud (Yes/No)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0E90E-FBC5-E47C-2F00-6905E2FA5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81B81C-88FC-D89D-EC42-68CA00E31D9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Policy details (e.g. deductibles, premiums).</a:t>
            </a:r>
          </a:p>
          <a:p>
            <a:r>
              <a:rPr lang="en-GB" sz="2000" dirty="0"/>
              <a:t>Claim characteristics.</a:t>
            </a:r>
          </a:p>
          <a:p>
            <a:r>
              <a:rPr lang="en-GB" sz="2000" dirty="0"/>
              <a:t>Incident characteristics.</a:t>
            </a:r>
          </a:p>
          <a:p>
            <a:r>
              <a:rPr lang="en-GB" sz="2000" dirty="0"/>
              <a:t>Monetary amounts for claims.</a:t>
            </a:r>
          </a:p>
          <a:p>
            <a:r>
              <a:rPr lang="en-GB" sz="2000" dirty="0"/>
              <a:t>Vehicle attributes (make, model, age).</a:t>
            </a:r>
          </a:p>
          <a:p>
            <a:r>
              <a:rPr lang="en-GB" sz="2000" dirty="0"/>
              <a:t>Policyholder attributes (age, sex)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E6E3443-36F6-3B58-BC57-5F60C5520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1094072" cy="310896"/>
          </a:xfrm>
        </p:spPr>
        <p:txBody>
          <a:bodyPr/>
          <a:lstStyle/>
          <a:p>
            <a:pPr rtl="0"/>
            <a:r>
              <a:rPr lang="en-GB" dirty="0"/>
              <a:t>Sage Stubbs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A874A9-BBBF-FC6D-7726-91D4F0E9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dirty="0"/>
              <a:t>Classification Methods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4D47C5-C5C0-3ABC-2741-8209A5EE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 rtl="0"/>
              <a:t>4</a:t>
            </a:fld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8D2A50C-D757-2F57-FC56-DCCEB2D6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Overview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3E490E-43DA-6E46-085F-83AEBB97E5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Key Challenges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7EEDB8E-7AF9-35AE-4ABD-E71D014844F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Class imbalance – fraud is rarely recorded in the dataset, as it is an infrequent occurrence.</a:t>
            </a:r>
          </a:p>
          <a:p>
            <a:r>
              <a:rPr lang="en-GB" sz="2000" dirty="0"/>
              <a:t>Mixed types of variables (numerical, categorical, binary).</a:t>
            </a:r>
          </a:p>
          <a:p>
            <a:r>
              <a:rPr lang="en-GB" sz="2000" dirty="0"/>
              <a:t>Missing/unrecorded values (“?”).</a:t>
            </a:r>
          </a:p>
        </p:txBody>
      </p:sp>
    </p:spTree>
    <p:extLst>
      <p:ext uri="{BB962C8B-B14F-4D97-AF65-F5344CB8AC3E}">
        <p14:creationId xmlns:p14="http://schemas.microsoft.com/office/powerpoint/2010/main" val="264532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AFF139F-BFA8-E6DE-9626-63AF8B5EF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13330"/>
            <a:ext cx="4856747" cy="4333775"/>
          </a:xfrm>
        </p:spPr>
        <p:txBody>
          <a:bodyPr>
            <a:normAutofit/>
          </a:bodyPr>
          <a:lstStyle/>
          <a:p>
            <a:r>
              <a:rPr lang="en-GB" sz="3200" b="1" dirty="0"/>
              <a:t>Models Implemented</a:t>
            </a:r>
          </a:p>
          <a:p>
            <a:endParaRPr lang="en-GB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Logistic Regression (GLM)</a:t>
            </a:r>
          </a:p>
          <a:p>
            <a:pPr algn="l"/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Random Forest</a:t>
            </a:r>
          </a:p>
          <a:p>
            <a:pPr algn="l"/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Gradient Boosting</a:t>
            </a:r>
          </a:p>
          <a:p>
            <a:pPr algn="l"/>
            <a:endParaRPr lang="en-GB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Neural Network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A2DEAE0-FF66-8FA7-B684-21C1FB3A3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7305"/>
            <a:ext cx="10515600" cy="779934"/>
          </a:xfrm>
        </p:spPr>
        <p:txBody>
          <a:bodyPr/>
          <a:lstStyle/>
          <a:p>
            <a:r>
              <a:rPr lang="en-GB" sz="4800" dirty="0"/>
              <a:t>Methodology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DB5F5BE6-F237-F17E-9FAF-3F6989E4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1094072" cy="310896"/>
          </a:xfrm>
        </p:spPr>
        <p:txBody>
          <a:bodyPr/>
          <a:lstStyle/>
          <a:p>
            <a:pPr rtl="0"/>
            <a:r>
              <a:rPr lang="en-GB" dirty="0"/>
              <a:t>Sage Stubbs</a:t>
            </a: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82424974-EEDA-53EF-B247-0618424AB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</p:spPr>
        <p:txBody>
          <a:bodyPr/>
          <a:lstStyle/>
          <a:p>
            <a:pPr rtl="0"/>
            <a:r>
              <a:rPr lang="en-GB" dirty="0"/>
              <a:t>Classification Methods Project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6A4BC512-F85F-85CC-8DCA-B6D1E1CF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664" y="6464808"/>
            <a:ext cx="987552" cy="310896"/>
          </a:xfrm>
        </p:spPr>
        <p:txBody>
          <a:bodyPr/>
          <a:lstStyle/>
          <a:p>
            <a:pPr rtl="0"/>
            <a:fld id="{58FB4751-880F-D840-AAA9-3A15815CC996}" type="slidenum">
              <a:rPr lang="en-GB" smtClean="0"/>
              <a:pPr rtl="0"/>
              <a:t>5</a:t>
            </a:fld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11D446-048C-A466-0C21-A9B285A5DF5A}"/>
              </a:ext>
            </a:extLst>
          </p:cNvPr>
          <p:cNvSpPr txBox="1"/>
          <p:nvPr/>
        </p:nvSpPr>
        <p:spPr>
          <a:xfrm>
            <a:off x="6497055" y="1694942"/>
            <a:ext cx="5037502" cy="443198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Approach</a:t>
            </a:r>
          </a:p>
          <a:p>
            <a:pPr algn="ctr"/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Data preprocessing and encoding.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Train-test split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Evaluation using ROC-AUC, precision, recall, and F1 score.</a:t>
            </a:r>
          </a:p>
          <a:p>
            <a:endParaRPr lang="en-GB" sz="1000" dirty="0"/>
          </a:p>
          <a:p>
            <a:pPr algn="ctr"/>
            <a:r>
              <a:rPr lang="en-GB" sz="3200" b="1" dirty="0"/>
              <a:t>Rationale</a:t>
            </a:r>
          </a:p>
          <a:p>
            <a:pPr algn="ctr"/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GLM is an interpretable baseline.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Machine learning and deep learning models capture nonlinear patterns</a:t>
            </a:r>
          </a:p>
        </p:txBody>
      </p:sp>
    </p:spTree>
    <p:extLst>
      <p:ext uri="{BB962C8B-B14F-4D97-AF65-F5344CB8AC3E}">
        <p14:creationId xmlns:p14="http://schemas.microsoft.com/office/powerpoint/2010/main" val="111591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23F96E-C323-87B5-4319-C84C88156A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GB" sz="2000" dirty="0"/>
              <a:t>Gradient boosting achieved the strongest overall performance.</a:t>
            </a:r>
          </a:p>
          <a:p>
            <a:r>
              <a:rPr lang="en-GB" sz="2000" dirty="0"/>
              <a:t>Logistic regression remained competitive.</a:t>
            </a:r>
          </a:p>
          <a:p>
            <a:r>
              <a:rPr lang="en-GB" sz="2000" dirty="0"/>
              <a:t>Neural network did not outperform simpler models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D56055-90EF-2089-53C0-632D1C41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1174282" cy="310896"/>
          </a:xfrm>
        </p:spPr>
        <p:txBody>
          <a:bodyPr/>
          <a:lstStyle/>
          <a:p>
            <a:pPr rtl="0"/>
            <a:r>
              <a:rPr lang="en-GB" dirty="0"/>
              <a:t>Sage Stubbs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F860F-1E3F-FAE3-2372-899D7976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dirty="0"/>
              <a:t>Classification Methods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B3042-0AB1-F8BE-82F8-885A249E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 rtl="0"/>
              <a:t>6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97BEAB-57CA-8586-3E51-861EBA24A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Performance Summary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5A1FED8-059B-5021-346F-842999B99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Key Insights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2F2F22-B650-EF04-BD81-DC413EB4A4D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High model complexity does not guarantee better results.</a:t>
            </a:r>
          </a:p>
          <a:p>
            <a:r>
              <a:rPr lang="en-GB" sz="2000" dirty="0"/>
              <a:t>Recall is critical in fraud detection.</a:t>
            </a:r>
          </a:p>
          <a:p>
            <a:r>
              <a:rPr lang="en-GB" sz="2000" dirty="0"/>
              <a:t>Interpretability remains important in insurance contexts.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341E9B0-A81C-B475-8BBB-3271AAB0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&amp; Key Takeaways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280B471-408B-8C6A-2987-681F47895051}"/>
              </a:ext>
            </a:extLst>
          </p:cNvPr>
          <p:cNvSpPr txBox="1">
            <a:spLocks/>
          </p:cNvSpPr>
          <p:nvPr/>
        </p:nvSpPr>
        <p:spPr>
          <a:xfrm>
            <a:off x="7341188" y="1911096"/>
            <a:ext cx="3926947" cy="40233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defPPr>
              <a:defRPr lang="en-GB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000" b="0" kern="1200" cap="all" baseline="0">
                <a:solidFill>
                  <a:schemeClr val="accent1"/>
                </a:solidFill>
                <a:latin typeface="Gill Sans Nova" panose="020B060202010402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Conclusion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198CAE7F-7F8B-7E8E-774D-9C7F0C4F0CC6}"/>
              </a:ext>
            </a:extLst>
          </p:cNvPr>
          <p:cNvSpPr txBox="1">
            <a:spLocks/>
          </p:cNvSpPr>
          <p:nvPr/>
        </p:nvSpPr>
        <p:spPr>
          <a:xfrm>
            <a:off x="7357230" y="2313432"/>
            <a:ext cx="4180252" cy="2779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GB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lang="en-GB"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GB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GB"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GB"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GB"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Modern machine learning can improve fraud detection.</a:t>
            </a:r>
          </a:p>
          <a:p>
            <a:r>
              <a:rPr lang="en-GB" sz="2000" dirty="0"/>
              <a:t>Classic models remain highly relevant and useful in practice.</a:t>
            </a:r>
          </a:p>
        </p:txBody>
      </p:sp>
    </p:spTree>
    <p:extLst>
      <p:ext uri="{BB962C8B-B14F-4D97-AF65-F5344CB8AC3E}">
        <p14:creationId xmlns:p14="http://schemas.microsoft.com/office/powerpoint/2010/main" val="3337341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8770823_TF11964407_Win32" id="{B93CAFD1-3682-48B9-AB4D-B17AE97EAEF6}" vid="{42E63F67-4AC8-49A2-8D09-A38E4C6451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{BA6CD4CC-DA63-4750-903B-A86A44A231E5}TF1ed9553b-00c4-4092-846a-c8f7f2908f3be0eeb089_win32-2e31fd388d0f</Template>
  <TotalTime>0</TotalTime>
  <Words>396</Words>
  <Application>Microsoft Office PowerPoint</Application>
  <PresentationFormat>Widescreen</PresentationFormat>
  <Paragraphs>82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Courier New</vt:lpstr>
      <vt:lpstr>Gill Sans Nova</vt:lpstr>
      <vt:lpstr>Gill Sans Nova Light</vt:lpstr>
      <vt:lpstr>Sagona Book</vt:lpstr>
      <vt:lpstr>Office Theme</vt:lpstr>
      <vt:lpstr>Using Different Statistical Methods to Identify Insurance Fraud</vt:lpstr>
      <vt:lpstr>Motivation &amp; Background</vt:lpstr>
      <vt:lpstr>Research Question &amp; Objectives</vt:lpstr>
      <vt:lpstr>Data Overview</vt:lpstr>
      <vt:lpstr>Methodology</vt:lpstr>
      <vt:lpstr>Results &amp;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Liv Stubbs</dc:creator>
  <cp:lastModifiedBy>Liv Stubbs</cp:lastModifiedBy>
  <cp:revision>1</cp:revision>
  <dcterms:created xsi:type="dcterms:W3CDTF">2025-12-18T20:15:27Z</dcterms:created>
  <dcterms:modified xsi:type="dcterms:W3CDTF">2025-12-18T20:59:26Z</dcterms:modified>
</cp:coreProperties>
</file>